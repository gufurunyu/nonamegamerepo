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70" r:id="rId4"/>
    <p:sldId id="271" r:id="rId5"/>
    <p:sldId id="272" r:id="rId6"/>
    <p:sldId id="274" r:id="rId7"/>
    <p:sldId id="273" r:id="rId8"/>
    <p:sldId id="275" r:id="rId9"/>
    <p:sldId id="276" r:id="rId10"/>
    <p:sldId id="277" r:id="rId11"/>
    <p:sldId id="257" r:id="rId12"/>
    <p:sldId id="258" r:id="rId13"/>
    <p:sldId id="259" r:id="rId14"/>
    <p:sldId id="260" r:id="rId15"/>
    <p:sldId id="264" r:id="rId16"/>
    <p:sldId id="266" r:id="rId17"/>
    <p:sldId id="261" r:id="rId18"/>
    <p:sldId id="262" r:id="rId19"/>
    <p:sldId id="263" r:id="rId20"/>
    <p:sldId id="265" r:id="rId21"/>
    <p:sldId id="268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2020"/>
    <a:srgbClr val="484848"/>
    <a:srgbClr val="888888"/>
    <a:srgbClr val="BFBFBF"/>
    <a:srgbClr val="5E5E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38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32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40079A-3B73-F42C-7BCE-82AEF0AC85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E51D421-54E3-BB27-DC72-D899D85CE4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D50B5D-092B-B8C2-CFBB-0DBC03916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5B597-DDF9-412E-B2FC-92F3B4C42E9B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EF6FD1-0886-AD24-1094-8FB45FE2F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382BB0-E94F-27BD-4C00-F667F27D7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F3211-47A5-4BA1-9FA7-F137970E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0262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BAC766-FA74-A945-7A48-DAC03A251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FA4F38-CFE2-4A57-7660-795746B90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A47CEC-A002-018B-7C59-9DCF05FD0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5B597-DDF9-412E-B2FC-92F3B4C42E9B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CC92B-5ACA-87E7-16A1-ECDD6186A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1D3CC5-7B1C-CC42-8152-8EAA0B481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F3211-47A5-4BA1-9FA7-F137970E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2299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5A9FD1-0858-EC51-3A02-03807EE96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1B5827-E9B7-675E-3780-84ECE724C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8E1AA0-2DF0-FE75-041A-60DD39397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5B597-DDF9-412E-B2FC-92F3B4C42E9B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F90AEF-5D5A-52F1-6800-0345E8AA0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336856-2025-569E-56E1-6FB6D40D2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F3211-47A5-4BA1-9FA7-F137970E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7845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9FAFC1-FE1B-3E53-77C0-82537E03C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44C1A0-5896-7C47-5761-A72864E042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137A006-DCB1-15AB-E066-6DC50EE362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3EB60A1-AD21-8471-84C0-A196DD998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5B597-DDF9-412E-B2FC-92F3B4C42E9B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AB5194-1CA6-38EB-87D7-8ED262DD8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8384B04-BA1F-8764-DD66-4A7067D4E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F3211-47A5-4BA1-9FA7-F137970E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703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18584F-6E27-C0EE-3ECE-252D3FD8C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D43952A-4EC8-AAEF-F656-32CDEFEC3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BFF58DB-35D2-F4D0-9706-FB5D68DB16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B4477A9-BC06-B0CA-B92C-770738C6D8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EF15F1D-CE0A-7F3B-62C4-04193F31DD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CEB0EF0-9252-8DCA-099B-67A6FDAB0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5B597-DDF9-412E-B2FC-92F3B4C42E9B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EC63DCD-9C3A-731F-FEC5-6225F7EEF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F99753E-B2F3-F6D2-76E3-E2557EEB2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F3211-47A5-4BA1-9FA7-F137970E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658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53A53A-FFA7-0BB2-FBA5-B5D5D8522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0503A97-D8BD-B75C-A67D-6F3C36F49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5B597-DDF9-412E-B2FC-92F3B4C42E9B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15BC226-F892-AD55-E499-34D3BDD28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735E922-70F3-E425-82F7-2061F048D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F3211-47A5-4BA1-9FA7-F137970E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6997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C4B9B9F-5998-7043-BD8B-8B1C8B110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5B597-DDF9-412E-B2FC-92F3B4C42E9B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45E64C9-FCB1-426F-1992-38AABD96E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FBC2B7-5484-30D4-78F3-2EA832134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F3211-47A5-4BA1-9FA7-F137970E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7337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9C3A8D-DDBF-9221-D72C-2285DDEF6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242AD5-C351-4D09-C564-1A938ABEC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9055527-3726-E001-CB89-04EEFDF91E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588CBE-0136-66F4-3A32-3621CA2D4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5B597-DDF9-412E-B2FC-92F3B4C42E9B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FFED8F-EF15-A365-C553-2B3A8E018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ECA948-42B3-F624-F9DC-36778FFA3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F3211-47A5-4BA1-9FA7-F137970E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9827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31ADE2-7862-2082-41CC-370D855D6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9EDB6EF-D7A4-12C8-3FFA-7F98BCA128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6850FA2-AC59-04BF-8113-D0CFEB1C25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EBD70A0-F4C7-4253-E635-B045B0A92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5B597-DDF9-412E-B2FC-92F3B4C42E9B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4B5FF9E-E9EA-A410-D0C7-C487438E2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D422E8-379D-DE54-B2F9-164A1B13A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F3211-47A5-4BA1-9FA7-F137970E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4385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14B8B9-65A0-DB6D-5B95-00B5E6B09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C3D53B6-56B9-A9A1-CF62-9C350B650B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55C279-0561-0C6C-C504-47A55044B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5B597-DDF9-412E-B2FC-92F3B4C42E9B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FA4DE6-FDE0-FBA3-E24F-36DF159CE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F6A939-55D6-7190-0602-80C214629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F3211-47A5-4BA1-9FA7-F137970E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742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A7DCA08-7492-0679-7A9C-FAB8F1AC8B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CDF01BC-BB45-14FC-2A7D-744F3101BE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A0CFE0-99CD-2C57-8E66-72615E93D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5B597-DDF9-412E-B2FC-92F3B4C42E9B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655DDC-F209-C2FF-CC64-633BFCAA3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0B3739-06C4-94A0-A107-DF78706BF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F3211-47A5-4BA1-9FA7-F137970E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1328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1F82F2A-80E4-3057-4B55-B6F1575DC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3AD3B3-71EB-D83B-1FD9-2AAD81E47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E5BEFB-C81F-7A0A-D3FA-DCE6207F1F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D5B597-DDF9-412E-B2FC-92F3B4C42E9B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35E676-B1B2-1A92-D952-C951EAF0B7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24F600-BBE8-64B1-8A6E-73E9E657BC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EF3211-47A5-4BA1-9FA7-F137970E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470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E5E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ADB070F-59A7-AD8F-DF57-F6CF712C4424}"/>
              </a:ext>
            </a:extLst>
          </p:cNvPr>
          <p:cNvSpPr/>
          <p:nvPr/>
        </p:nvSpPr>
        <p:spPr>
          <a:xfrm>
            <a:off x="2391000" y="1629000"/>
            <a:ext cx="3600000" cy="360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B75921D-F023-ADD8-572D-4B441E1D80C3}"/>
              </a:ext>
            </a:extLst>
          </p:cNvPr>
          <p:cNvSpPr/>
          <p:nvPr/>
        </p:nvSpPr>
        <p:spPr>
          <a:xfrm>
            <a:off x="4011000" y="3727426"/>
            <a:ext cx="360000" cy="90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3D10F8C-4E47-341E-5331-BEF2EB890714}"/>
              </a:ext>
            </a:extLst>
          </p:cNvPr>
          <p:cNvSpPr/>
          <p:nvPr/>
        </p:nvSpPr>
        <p:spPr>
          <a:xfrm>
            <a:off x="5007749" y="3727426"/>
            <a:ext cx="360000" cy="90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直角三角形 6">
            <a:extLst>
              <a:ext uri="{FF2B5EF4-FFF2-40B4-BE49-F238E27FC236}">
                <a16:creationId xmlns:a16="http://schemas.microsoft.com/office/drawing/2014/main" id="{BF212936-B2E4-09ED-EDBF-4735AA636BE5}"/>
              </a:ext>
            </a:extLst>
          </p:cNvPr>
          <p:cNvSpPr/>
          <p:nvPr/>
        </p:nvSpPr>
        <p:spPr>
          <a:xfrm rot="5400000">
            <a:off x="4187400" y="3551026"/>
            <a:ext cx="7200" cy="3600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直角三角形 7">
            <a:extLst>
              <a:ext uri="{FF2B5EF4-FFF2-40B4-BE49-F238E27FC236}">
                <a16:creationId xmlns:a16="http://schemas.microsoft.com/office/drawing/2014/main" id="{EB13B7C0-561C-F514-B8F3-6F23BCCB5A46}"/>
              </a:ext>
            </a:extLst>
          </p:cNvPr>
          <p:cNvSpPr/>
          <p:nvPr/>
        </p:nvSpPr>
        <p:spPr>
          <a:xfrm rot="10800000">
            <a:off x="5007749" y="3728252"/>
            <a:ext cx="360000" cy="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6636B86-910A-1654-8456-4AE4FC603A1F}"/>
              </a:ext>
            </a:extLst>
          </p:cNvPr>
          <p:cNvSpPr/>
          <p:nvPr/>
        </p:nvSpPr>
        <p:spPr>
          <a:xfrm>
            <a:off x="7107780" y="1629000"/>
            <a:ext cx="3600000" cy="360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B2EBB10-75A1-FA1D-9FA8-3914DF6A97DA}"/>
              </a:ext>
            </a:extLst>
          </p:cNvPr>
          <p:cNvSpPr/>
          <p:nvPr/>
        </p:nvSpPr>
        <p:spPr>
          <a:xfrm>
            <a:off x="7737180" y="3727426"/>
            <a:ext cx="360000" cy="90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4ACAE6D-2EF4-6B6F-0AF9-72DC1E9B3F8D}"/>
              </a:ext>
            </a:extLst>
          </p:cNvPr>
          <p:cNvSpPr/>
          <p:nvPr/>
        </p:nvSpPr>
        <p:spPr>
          <a:xfrm>
            <a:off x="8733929" y="3727426"/>
            <a:ext cx="360000" cy="90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直角三角形 11">
            <a:extLst>
              <a:ext uri="{FF2B5EF4-FFF2-40B4-BE49-F238E27FC236}">
                <a16:creationId xmlns:a16="http://schemas.microsoft.com/office/drawing/2014/main" id="{D50DDBDF-7AF2-CD34-F564-1ECA105EC3CE}"/>
              </a:ext>
            </a:extLst>
          </p:cNvPr>
          <p:cNvSpPr/>
          <p:nvPr/>
        </p:nvSpPr>
        <p:spPr>
          <a:xfrm rot="5400000">
            <a:off x="7913580" y="3551026"/>
            <a:ext cx="7200" cy="3600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直角三角形 12">
            <a:extLst>
              <a:ext uri="{FF2B5EF4-FFF2-40B4-BE49-F238E27FC236}">
                <a16:creationId xmlns:a16="http://schemas.microsoft.com/office/drawing/2014/main" id="{C425ABA7-AE6F-8444-89C4-3A5A29386153}"/>
              </a:ext>
            </a:extLst>
          </p:cNvPr>
          <p:cNvSpPr/>
          <p:nvPr/>
        </p:nvSpPr>
        <p:spPr>
          <a:xfrm rot="10800000">
            <a:off x="8733929" y="3728252"/>
            <a:ext cx="360000" cy="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615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DFDD6-5B53-774F-D246-DE50EA373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9CA844D-4FA3-E261-8F37-088A7DB24DF0}"/>
              </a:ext>
            </a:extLst>
          </p:cNvPr>
          <p:cNvSpPr/>
          <p:nvPr/>
        </p:nvSpPr>
        <p:spPr>
          <a:xfrm>
            <a:off x="3040380" y="2019300"/>
            <a:ext cx="360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E4E6F28-BE7F-76EE-4186-24DCFD0BF0F2}"/>
              </a:ext>
            </a:extLst>
          </p:cNvPr>
          <p:cNvSpPr/>
          <p:nvPr/>
        </p:nvSpPr>
        <p:spPr>
          <a:xfrm>
            <a:off x="3076380" y="2055300"/>
            <a:ext cx="288000" cy="28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2200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6E894D-DABB-7813-5E17-96EAB781F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67E0E476-77A0-C1F0-BF9A-32550848EB87}"/>
              </a:ext>
            </a:extLst>
          </p:cNvPr>
          <p:cNvSpPr/>
          <p:nvPr/>
        </p:nvSpPr>
        <p:spPr>
          <a:xfrm>
            <a:off x="3192780" y="2171700"/>
            <a:ext cx="36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DA3D3EA-85E8-D7D8-7F81-0F955C40437C}"/>
              </a:ext>
            </a:extLst>
          </p:cNvPr>
          <p:cNvSpPr/>
          <p:nvPr/>
        </p:nvSpPr>
        <p:spPr>
          <a:xfrm>
            <a:off x="3228780" y="2207700"/>
            <a:ext cx="288000" cy="28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6932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C2C97F-A22E-BDFC-C01F-5E1B37E81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209F6968-357E-CC13-DD07-3BDAB88164DB}"/>
              </a:ext>
            </a:extLst>
          </p:cNvPr>
          <p:cNvSpPr/>
          <p:nvPr/>
        </p:nvSpPr>
        <p:spPr>
          <a:xfrm>
            <a:off x="720000" y="720000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93A4D01-8F07-928A-F9EF-6FCA1A9B225F}"/>
              </a:ext>
            </a:extLst>
          </p:cNvPr>
          <p:cNvSpPr/>
          <p:nvPr/>
        </p:nvSpPr>
        <p:spPr>
          <a:xfrm>
            <a:off x="720000" y="720000"/>
            <a:ext cx="720000" cy="14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5F06466-FC90-1097-EABF-BF6F9CC0CB8F}"/>
              </a:ext>
            </a:extLst>
          </p:cNvPr>
          <p:cNvSpPr/>
          <p:nvPr/>
        </p:nvSpPr>
        <p:spPr>
          <a:xfrm>
            <a:off x="1872000" y="720000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22D2A6E-A36A-B919-60FA-F62BCB71297A}"/>
              </a:ext>
            </a:extLst>
          </p:cNvPr>
          <p:cNvSpPr/>
          <p:nvPr/>
        </p:nvSpPr>
        <p:spPr>
          <a:xfrm>
            <a:off x="1872000" y="1296000"/>
            <a:ext cx="720000" cy="14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8DAD2C1-1B01-1B76-FEEE-232F1CC5B560}"/>
              </a:ext>
            </a:extLst>
          </p:cNvPr>
          <p:cNvSpPr/>
          <p:nvPr/>
        </p:nvSpPr>
        <p:spPr>
          <a:xfrm>
            <a:off x="3024000" y="720000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0C46EA4-07FF-6DA2-C408-5594769513CA}"/>
              </a:ext>
            </a:extLst>
          </p:cNvPr>
          <p:cNvSpPr/>
          <p:nvPr/>
        </p:nvSpPr>
        <p:spPr>
          <a:xfrm>
            <a:off x="3024000" y="720000"/>
            <a:ext cx="144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D699750-1D0F-98B5-152A-CAB6EEFA6EFF}"/>
              </a:ext>
            </a:extLst>
          </p:cNvPr>
          <p:cNvSpPr/>
          <p:nvPr/>
        </p:nvSpPr>
        <p:spPr>
          <a:xfrm>
            <a:off x="4176000" y="720000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626773C-F9DD-A6FF-518E-F2224A6FB7D8}"/>
              </a:ext>
            </a:extLst>
          </p:cNvPr>
          <p:cNvSpPr/>
          <p:nvPr/>
        </p:nvSpPr>
        <p:spPr>
          <a:xfrm>
            <a:off x="4752000" y="720000"/>
            <a:ext cx="144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DF39115-9063-A1E4-D32C-7EFA94E2632C}"/>
              </a:ext>
            </a:extLst>
          </p:cNvPr>
          <p:cNvSpPr/>
          <p:nvPr/>
        </p:nvSpPr>
        <p:spPr>
          <a:xfrm>
            <a:off x="720000" y="1872000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B141DD6-1035-7BAC-EEE8-792CAD6B29CF}"/>
              </a:ext>
            </a:extLst>
          </p:cNvPr>
          <p:cNvSpPr/>
          <p:nvPr/>
        </p:nvSpPr>
        <p:spPr>
          <a:xfrm>
            <a:off x="720000" y="1872000"/>
            <a:ext cx="144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B9B0F6E-0383-4746-0A52-6D23400EE307}"/>
              </a:ext>
            </a:extLst>
          </p:cNvPr>
          <p:cNvSpPr/>
          <p:nvPr/>
        </p:nvSpPr>
        <p:spPr>
          <a:xfrm>
            <a:off x="720000" y="1872000"/>
            <a:ext cx="720000" cy="14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135A3FD-884A-9AC9-F15D-581B17201627}"/>
              </a:ext>
            </a:extLst>
          </p:cNvPr>
          <p:cNvSpPr/>
          <p:nvPr/>
        </p:nvSpPr>
        <p:spPr>
          <a:xfrm>
            <a:off x="1872000" y="1872000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041EAF4-B8E4-2FB1-5423-20451395C892}"/>
              </a:ext>
            </a:extLst>
          </p:cNvPr>
          <p:cNvSpPr/>
          <p:nvPr/>
        </p:nvSpPr>
        <p:spPr>
          <a:xfrm>
            <a:off x="1872000" y="1872000"/>
            <a:ext cx="720000" cy="14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81CF887-BB50-8C49-DEBB-4B9669E67E54}"/>
              </a:ext>
            </a:extLst>
          </p:cNvPr>
          <p:cNvSpPr/>
          <p:nvPr/>
        </p:nvSpPr>
        <p:spPr>
          <a:xfrm>
            <a:off x="2448000" y="1872000"/>
            <a:ext cx="144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58D8852-15D0-89D3-163C-4E2F1A27B08B}"/>
              </a:ext>
            </a:extLst>
          </p:cNvPr>
          <p:cNvSpPr/>
          <p:nvPr/>
        </p:nvSpPr>
        <p:spPr>
          <a:xfrm>
            <a:off x="3024000" y="1872000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5E0B45B-6E8B-B099-AB0D-B88E53A2EC40}"/>
              </a:ext>
            </a:extLst>
          </p:cNvPr>
          <p:cNvSpPr/>
          <p:nvPr/>
        </p:nvSpPr>
        <p:spPr>
          <a:xfrm>
            <a:off x="3024000" y="1872000"/>
            <a:ext cx="144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0B28E5B-11C8-7453-76D7-47BE23B1F746}"/>
              </a:ext>
            </a:extLst>
          </p:cNvPr>
          <p:cNvSpPr/>
          <p:nvPr/>
        </p:nvSpPr>
        <p:spPr>
          <a:xfrm>
            <a:off x="3024000" y="2448000"/>
            <a:ext cx="720000" cy="14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BE1F218-F049-DDC2-CDD7-754CAA3EFA4B}"/>
              </a:ext>
            </a:extLst>
          </p:cNvPr>
          <p:cNvSpPr/>
          <p:nvPr/>
        </p:nvSpPr>
        <p:spPr>
          <a:xfrm>
            <a:off x="4176000" y="1872000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AF4F5E6-3180-6094-41DB-EFB21EDEAD45}"/>
              </a:ext>
            </a:extLst>
          </p:cNvPr>
          <p:cNvSpPr/>
          <p:nvPr/>
        </p:nvSpPr>
        <p:spPr>
          <a:xfrm>
            <a:off x="4176000" y="2448000"/>
            <a:ext cx="720000" cy="14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8BCEBBC3-CD60-F936-0CE6-6246A8173A00}"/>
              </a:ext>
            </a:extLst>
          </p:cNvPr>
          <p:cNvSpPr/>
          <p:nvPr/>
        </p:nvSpPr>
        <p:spPr>
          <a:xfrm>
            <a:off x="4752000" y="1872000"/>
            <a:ext cx="144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3D190907-7609-0749-1902-4783C17CA507}"/>
              </a:ext>
            </a:extLst>
          </p:cNvPr>
          <p:cNvSpPr/>
          <p:nvPr/>
        </p:nvSpPr>
        <p:spPr>
          <a:xfrm>
            <a:off x="720000" y="3024000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950D45FD-82F2-BFA1-B5FE-AD1DAB698DED}"/>
              </a:ext>
            </a:extLst>
          </p:cNvPr>
          <p:cNvSpPr/>
          <p:nvPr/>
        </p:nvSpPr>
        <p:spPr>
          <a:xfrm>
            <a:off x="720000" y="3024000"/>
            <a:ext cx="144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286AE300-FADC-263A-016F-91358C010F09}"/>
              </a:ext>
            </a:extLst>
          </p:cNvPr>
          <p:cNvSpPr/>
          <p:nvPr/>
        </p:nvSpPr>
        <p:spPr>
          <a:xfrm>
            <a:off x="720000" y="3024000"/>
            <a:ext cx="720000" cy="14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729AE872-513C-B382-D269-B868EFFBDAF9}"/>
              </a:ext>
            </a:extLst>
          </p:cNvPr>
          <p:cNvSpPr/>
          <p:nvPr/>
        </p:nvSpPr>
        <p:spPr>
          <a:xfrm>
            <a:off x="1296000" y="3024000"/>
            <a:ext cx="144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44F08230-F308-7947-EB94-E26D11DF205C}"/>
              </a:ext>
            </a:extLst>
          </p:cNvPr>
          <p:cNvSpPr/>
          <p:nvPr/>
        </p:nvSpPr>
        <p:spPr>
          <a:xfrm>
            <a:off x="1872000" y="3024000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9D33DC35-A7F3-DE60-D397-8CAAC9F0136F}"/>
              </a:ext>
            </a:extLst>
          </p:cNvPr>
          <p:cNvSpPr/>
          <p:nvPr/>
        </p:nvSpPr>
        <p:spPr>
          <a:xfrm>
            <a:off x="1872000" y="3024000"/>
            <a:ext cx="144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BE32D48A-BB49-7847-26B2-ACC63F2DF278}"/>
              </a:ext>
            </a:extLst>
          </p:cNvPr>
          <p:cNvSpPr/>
          <p:nvPr/>
        </p:nvSpPr>
        <p:spPr>
          <a:xfrm>
            <a:off x="1872000" y="3600000"/>
            <a:ext cx="720000" cy="14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1769B1C7-ECBE-1F82-F913-570818B08E07}"/>
              </a:ext>
            </a:extLst>
          </p:cNvPr>
          <p:cNvSpPr/>
          <p:nvPr/>
        </p:nvSpPr>
        <p:spPr>
          <a:xfrm>
            <a:off x="2448000" y="3024000"/>
            <a:ext cx="144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184F8999-D39B-082B-220B-BF3BEE874FDE}"/>
              </a:ext>
            </a:extLst>
          </p:cNvPr>
          <p:cNvSpPr/>
          <p:nvPr/>
        </p:nvSpPr>
        <p:spPr>
          <a:xfrm>
            <a:off x="3024000" y="3024000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1955D949-DBC6-8D95-31E1-9920333DE856}"/>
              </a:ext>
            </a:extLst>
          </p:cNvPr>
          <p:cNvSpPr/>
          <p:nvPr/>
        </p:nvSpPr>
        <p:spPr>
          <a:xfrm>
            <a:off x="3024000" y="3024000"/>
            <a:ext cx="144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3ECF47FE-016C-9AA4-1361-1BF3BF54E400}"/>
              </a:ext>
            </a:extLst>
          </p:cNvPr>
          <p:cNvSpPr/>
          <p:nvPr/>
        </p:nvSpPr>
        <p:spPr>
          <a:xfrm>
            <a:off x="3024000" y="3024000"/>
            <a:ext cx="720000" cy="14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E2D2277A-90BB-7B0F-F4FA-894F57C608C9}"/>
              </a:ext>
            </a:extLst>
          </p:cNvPr>
          <p:cNvSpPr/>
          <p:nvPr/>
        </p:nvSpPr>
        <p:spPr>
          <a:xfrm>
            <a:off x="3024000" y="3600000"/>
            <a:ext cx="720000" cy="14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2B415B1C-3058-108F-A066-FDFCB680F32D}"/>
              </a:ext>
            </a:extLst>
          </p:cNvPr>
          <p:cNvSpPr/>
          <p:nvPr/>
        </p:nvSpPr>
        <p:spPr>
          <a:xfrm>
            <a:off x="4176000" y="3024000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2C2D18C8-0876-96BE-77B4-818AD823FE6D}"/>
              </a:ext>
            </a:extLst>
          </p:cNvPr>
          <p:cNvSpPr/>
          <p:nvPr/>
        </p:nvSpPr>
        <p:spPr>
          <a:xfrm>
            <a:off x="4176000" y="3024000"/>
            <a:ext cx="720000" cy="14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02FBC2A5-3B88-5D64-46EB-9EF658C6E23D}"/>
              </a:ext>
            </a:extLst>
          </p:cNvPr>
          <p:cNvSpPr/>
          <p:nvPr/>
        </p:nvSpPr>
        <p:spPr>
          <a:xfrm>
            <a:off x="4176000" y="3600000"/>
            <a:ext cx="720000" cy="14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B1CD6272-CFFB-8F32-62D5-8BF01E817072}"/>
              </a:ext>
            </a:extLst>
          </p:cNvPr>
          <p:cNvSpPr/>
          <p:nvPr/>
        </p:nvSpPr>
        <p:spPr>
          <a:xfrm>
            <a:off x="4752000" y="3024000"/>
            <a:ext cx="144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F42517C7-EB02-BB44-FBD9-449AD1F75731}"/>
              </a:ext>
            </a:extLst>
          </p:cNvPr>
          <p:cNvSpPr/>
          <p:nvPr/>
        </p:nvSpPr>
        <p:spPr>
          <a:xfrm>
            <a:off x="720000" y="4176000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FFAFFD14-6763-1052-7A4B-2B8E2808DE62}"/>
              </a:ext>
            </a:extLst>
          </p:cNvPr>
          <p:cNvSpPr/>
          <p:nvPr/>
        </p:nvSpPr>
        <p:spPr>
          <a:xfrm>
            <a:off x="720000" y="4176000"/>
            <a:ext cx="144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5586DE32-A6D1-D8D9-09A0-5233A5133765}"/>
              </a:ext>
            </a:extLst>
          </p:cNvPr>
          <p:cNvSpPr/>
          <p:nvPr/>
        </p:nvSpPr>
        <p:spPr>
          <a:xfrm>
            <a:off x="720000" y="4176000"/>
            <a:ext cx="720000" cy="14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A7B9437C-1A98-AD36-17D0-CBE3B8FE4F16}"/>
              </a:ext>
            </a:extLst>
          </p:cNvPr>
          <p:cNvSpPr/>
          <p:nvPr/>
        </p:nvSpPr>
        <p:spPr>
          <a:xfrm>
            <a:off x="720000" y="4752000"/>
            <a:ext cx="720000" cy="14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04286494-DA7E-3B36-C8B3-541CF0CB26D0}"/>
              </a:ext>
            </a:extLst>
          </p:cNvPr>
          <p:cNvSpPr/>
          <p:nvPr/>
        </p:nvSpPr>
        <p:spPr>
          <a:xfrm>
            <a:off x="1296000" y="4176000"/>
            <a:ext cx="144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56C7F4E7-259C-E2D6-DD96-5316DEEB9E38}"/>
              </a:ext>
            </a:extLst>
          </p:cNvPr>
          <p:cNvSpPr/>
          <p:nvPr/>
        </p:nvSpPr>
        <p:spPr>
          <a:xfrm>
            <a:off x="1872000" y="4176000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FAC8C987-C22E-0570-B9D6-221552C6095E}"/>
              </a:ext>
            </a:extLst>
          </p:cNvPr>
          <p:cNvSpPr/>
          <p:nvPr/>
        </p:nvSpPr>
        <p:spPr>
          <a:xfrm>
            <a:off x="1872000" y="4176000"/>
            <a:ext cx="720000" cy="14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F6104081-5136-DA11-AFD7-5CEAD8307551}"/>
              </a:ext>
            </a:extLst>
          </p:cNvPr>
          <p:cNvSpPr/>
          <p:nvPr/>
        </p:nvSpPr>
        <p:spPr>
          <a:xfrm>
            <a:off x="1872000" y="4752000"/>
            <a:ext cx="720000" cy="14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D872D203-71F4-81C8-638E-9160781F950E}"/>
              </a:ext>
            </a:extLst>
          </p:cNvPr>
          <p:cNvSpPr/>
          <p:nvPr/>
        </p:nvSpPr>
        <p:spPr>
          <a:xfrm>
            <a:off x="3024000" y="4176000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8CC4BA47-DCAB-D707-CBF9-51DC411CF5C9}"/>
              </a:ext>
            </a:extLst>
          </p:cNvPr>
          <p:cNvSpPr/>
          <p:nvPr/>
        </p:nvSpPr>
        <p:spPr>
          <a:xfrm>
            <a:off x="3024000" y="4176000"/>
            <a:ext cx="144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08EC5F7D-27B2-888B-AAE6-E9806EAFCDDC}"/>
              </a:ext>
            </a:extLst>
          </p:cNvPr>
          <p:cNvSpPr/>
          <p:nvPr/>
        </p:nvSpPr>
        <p:spPr>
          <a:xfrm>
            <a:off x="3600000" y="4176000"/>
            <a:ext cx="144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0742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9D2595-DF09-6514-895E-BAF322B3A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矩形 133">
            <a:extLst>
              <a:ext uri="{FF2B5EF4-FFF2-40B4-BE49-F238E27FC236}">
                <a16:creationId xmlns:a16="http://schemas.microsoft.com/office/drawing/2014/main" id="{C6F79F07-B2BE-ABFC-A7C1-0ADF8AAF53CE}"/>
              </a:ext>
            </a:extLst>
          </p:cNvPr>
          <p:cNvSpPr/>
          <p:nvPr/>
        </p:nvSpPr>
        <p:spPr>
          <a:xfrm>
            <a:off x="720000" y="720000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327DE7EF-E3F4-3749-624A-E30271F78E03}"/>
              </a:ext>
            </a:extLst>
          </p:cNvPr>
          <p:cNvSpPr/>
          <p:nvPr/>
        </p:nvSpPr>
        <p:spPr>
          <a:xfrm>
            <a:off x="720000" y="720000"/>
            <a:ext cx="720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43B1AF0-C95A-9867-A8F7-1E6DB246BDD6}"/>
              </a:ext>
            </a:extLst>
          </p:cNvPr>
          <p:cNvSpPr/>
          <p:nvPr/>
        </p:nvSpPr>
        <p:spPr>
          <a:xfrm>
            <a:off x="1910492" y="720000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7B1F679-B0FD-AEA9-053A-590433651F3A}"/>
              </a:ext>
            </a:extLst>
          </p:cNvPr>
          <p:cNvSpPr/>
          <p:nvPr/>
        </p:nvSpPr>
        <p:spPr>
          <a:xfrm>
            <a:off x="1910492" y="1368000"/>
            <a:ext cx="720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2E3499D-AAC0-6314-EDD2-D7CAE9CC0AF5}"/>
              </a:ext>
            </a:extLst>
          </p:cNvPr>
          <p:cNvSpPr/>
          <p:nvPr/>
        </p:nvSpPr>
        <p:spPr>
          <a:xfrm>
            <a:off x="3100984" y="720000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EAD728-2652-D5FA-D076-E4767260D8AD}"/>
              </a:ext>
            </a:extLst>
          </p:cNvPr>
          <p:cNvSpPr/>
          <p:nvPr/>
        </p:nvSpPr>
        <p:spPr>
          <a:xfrm>
            <a:off x="3100984" y="720000"/>
            <a:ext cx="72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F5AFDA6-0A3A-5ADD-D416-F639F9C5781D}"/>
              </a:ext>
            </a:extLst>
          </p:cNvPr>
          <p:cNvSpPr/>
          <p:nvPr/>
        </p:nvSpPr>
        <p:spPr>
          <a:xfrm>
            <a:off x="4291476" y="720000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4692C4D-FF6D-EC7A-2F4B-D8E93567C266}"/>
              </a:ext>
            </a:extLst>
          </p:cNvPr>
          <p:cNvSpPr/>
          <p:nvPr/>
        </p:nvSpPr>
        <p:spPr>
          <a:xfrm>
            <a:off x="4939476" y="720000"/>
            <a:ext cx="72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699235E-CC5B-9BEA-52CB-9631F5DF5A3F}"/>
              </a:ext>
            </a:extLst>
          </p:cNvPr>
          <p:cNvSpPr/>
          <p:nvPr/>
        </p:nvSpPr>
        <p:spPr>
          <a:xfrm>
            <a:off x="720000" y="1865931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0C4FA56-D134-4261-AE42-CEF81B150DF7}"/>
              </a:ext>
            </a:extLst>
          </p:cNvPr>
          <p:cNvSpPr/>
          <p:nvPr/>
        </p:nvSpPr>
        <p:spPr>
          <a:xfrm>
            <a:off x="720000" y="1865931"/>
            <a:ext cx="72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4859A06-E1F4-67CC-3FEC-F5BB0D342AE2}"/>
              </a:ext>
            </a:extLst>
          </p:cNvPr>
          <p:cNvSpPr/>
          <p:nvPr/>
        </p:nvSpPr>
        <p:spPr>
          <a:xfrm>
            <a:off x="720000" y="1865931"/>
            <a:ext cx="720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63FEBD3-6220-5CA4-DAE4-ACB635696F26}"/>
              </a:ext>
            </a:extLst>
          </p:cNvPr>
          <p:cNvSpPr/>
          <p:nvPr/>
        </p:nvSpPr>
        <p:spPr>
          <a:xfrm>
            <a:off x="1910492" y="1865931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7682C04-F8AC-5079-B92C-D19F2658B7C3}"/>
              </a:ext>
            </a:extLst>
          </p:cNvPr>
          <p:cNvSpPr/>
          <p:nvPr/>
        </p:nvSpPr>
        <p:spPr>
          <a:xfrm>
            <a:off x="1910492" y="1865931"/>
            <a:ext cx="720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5CF3791-A83A-58A3-3755-80C141DC78FF}"/>
              </a:ext>
            </a:extLst>
          </p:cNvPr>
          <p:cNvSpPr/>
          <p:nvPr/>
        </p:nvSpPr>
        <p:spPr>
          <a:xfrm>
            <a:off x="2558492" y="1865931"/>
            <a:ext cx="72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8A36A8ED-8CD9-526E-2C63-8FB6E0BDC1D7}"/>
              </a:ext>
            </a:extLst>
          </p:cNvPr>
          <p:cNvSpPr/>
          <p:nvPr/>
        </p:nvSpPr>
        <p:spPr>
          <a:xfrm>
            <a:off x="3100984" y="1865931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39A1A781-0EF1-E5AB-EDA0-4C8810BBEAE8}"/>
              </a:ext>
            </a:extLst>
          </p:cNvPr>
          <p:cNvSpPr/>
          <p:nvPr/>
        </p:nvSpPr>
        <p:spPr>
          <a:xfrm>
            <a:off x="3100984" y="1865931"/>
            <a:ext cx="72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3EEE08BF-DB23-5884-DFB6-6DE89E703E3E}"/>
              </a:ext>
            </a:extLst>
          </p:cNvPr>
          <p:cNvSpPr/>
          <p:nvPr/>
        </p:nvSpPr>
        <p:spPr>
          <a:xfrm>
            <a:off x="3100984" y="2513931"/>
            <a:ext cx="720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DA304A4B-5F9A-6F14-2490-86390FABA8BF}"/>
              </a:ext>
            </a:extLst>
          </p:cNvPr>
          <p:cNvSpPr/>
          <p:nvPr/>
        </p:nvSpPr>
        <p:spPr>
          <a:xfrm>
            <a:off x="4291476" y="1865931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C58EED4D-3F3F-7E1E-1CCF-4D4A212B87B0}"/>
              </a:ext>
            </a:extLst>
          </p:cNvPr>
          <p:cNvSpPr/>
          <p:nvPr/>
        </p:nvSpPr>
        <p:spPr>
          <a:xfrm>
            <a:off x="4291476" y="2513931"/>
            <a:ext cx="720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F0E82D9C-1772-EBF2-28A9-E2505A147F40}"/>
              </a:ext>
            </a:extLst>
          </p:cNvPr>
          <p:cNvSpPr/>
          <p:nvPr/>
        </p:nvSpPr>
        <p:spPr>
          <a:xfrm>
            <a:off x="4939476" y="1865931"/>
            <a:ext cx="72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765B623A-2164-A228-EA88-FC339521B29B}"/>
              </a:ext>
            </a:extLst>
          </p:cNvPr>
          <p:cNvSpPr/>
          <p:nvPr/>
        </p:nvSpPr>
        <p:spPr>
          <a:xfrm>
            <a:off x="720000" y="3054139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D8D44C79-7B17-D3AF-0ED3-E1E7D52A2871}"/>
              </a:ext>
            </a:extLst>
          </p:cNvPr>
          <p:cNvSpPr/>
          <p:nvPr/>
        </p:nvSpPr>
        <p:spPr>
          <a:xfrm>
            <a:off x="720000" y="3054139"/>
            <a:ext cx="72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E29903C2-DE20-B2E6-9BD2-2717E060B964}"/>
              </a:ext>
            </a:extLst>
          </p:cNvPr>
          <p:cNvSpPr/>
          <p:nvPr/>
        </p:nvSpPr>
        <p:spPr>
          <a:xfrm>
            <a:off x="720000" y="3054139"/>
            <a:ext cx="720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E707EFD0-5942-9353-88A2-52EEDB923161}"/>
              </a:ext>
            </a:extLst>
          </p:cNvPr>
          <p:cNvSpPr/>
          <p:nvPr/>
        </p:nvSpPr>
        <p:spPr>
          <a:xfrm>
            <a:off x="1368000" y="3054139"/>
            <a:ext cx="72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BF3B0412-A699-03E0-530F-525845A43EF2}"/>
              </a:ext>
            </a:extLst>
          </p:cNvPr>
          <p:cNvSpPr/>
          <p:nvPr/>
        </p:nvSpPr>
        <p:spPr>
          <a:xfrm>
            <a:off x="1910492" y="3054139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FE304E3E-38C7-7E20-875B-549537BF978B}"/>
              </a:ext>
            </a:extLst>
          </p:cNvPr>
          <p:cNvSpPr/>
          <p:nvPr/>
        </p:nvSpPr>
        <p:spPr>
          <a:xfrm>
            <a:off x="1910492" y="3054139"/>
            <a:ext cx="72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F6B9C9AB-36A9-E695-43F6-2B8F6792FCF7}"/>
              </a:ext>
            </a:extLst>
          </p:cNvPr>
          <p:cNvSpPr/>
          <p:nvPr/>
        </p:nvSpPr>
        <p:spPr>
          <a:xfrm>
            <a:off x="1910492" y="3702139"/>
            <a:ext cx="720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D041D9F3-930A-0744-DA77-BDD06BC25008}"/>
              </a:ext>
            </a:extLst>
          </p:cNvPr>
          <p:cNvSpPr/>
          <p:nvPr/>
        </p:nvSpPr>
        <p:spPr>
          <a:xfrm>
            <a:off x="2558492" y="3054139"/>
            <a:ext cx="72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BCA7BCA5-9117-DAE4-2A68-922854F00C90}"/>
              </a:ext>
            </a:extLst>
          </p:cNvPr>
          <p:cNvSpPr/>
          <p:nvPr/>
        </p:nvSpPr>
        <p:spPr>
          <a:xfrm>
            <a:off x="3100984" y="3054139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6CA49798-EF37-B182-12E4-A1EB9986AA8B}"/>
              </a:ext>
            </a:extLst>
          </p:cNvPr>
          <p:cNvSpPr/>
          <p:nvPr/>
        </p:nvSpPr>
        <p:spPr>
          <a:xfrm>
            <a:off x="3100984" y="3054139"/>
            <a:ext cx="72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28C1CE60-C342-A599-214E-C1DED336DDC8}"/>
              </a:ext>
            </a:extLst>
          </p:cNvPr>
          <p:cNvSpPr/>
          <p:nvPr/>
        </p:nvSpPr>
        <p:spPr>
          <a:xfrm>
            <a:off x="3100984" y="3054139"/>
            <a:ext cx="720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6B7C2480-F04F-8414-50FE-0F8550425F7B}"/>
              </a:ext>
            </a:extLst>
          </p:cNvPr>
          <p:cNvSpPr/>
          <p:nvPr/>
        </p:nvSpPr>
        <p:spPr>
          <a:xfrm>
            <a:off x="3100984" y="3702139"/>
            <a:ext cx="720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E429751B-DEB7-64B6-60C1-800A62EB6825}"/>
              </a:ext>
            </a:extLst>
          </p:cNvPr>
          <p:cNvSpPr/>
          <p:nvPr/>
        </p:nvSpPr>
        <p:spPr>
          <a:xfrm>
            <a:off x="4291476" y="3054139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FDB4F0AD-649D-4414-5B13-4E155C15BD59}"/>
              </a:ext>
            </a:extLst>
          </p:cNvPr>
          <p:cNvSpPr/>
          <p:nvPr/>
        </p:nvSpPr>
        <p:spPr>
          <a:xfrm>
            <a:off x="4291476" y="3054139"/>
            <a:ext cx="720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D9AEDE57-D757-4FBD-0AF9-20A5C4564672}"/>
              </a:ext>
            </a:extLst>
          </p:cNvPr>
          <p:cNvSpPr/>
          <p:nvPr/>
        </p:nvSpPr>
        <p:spPr>
          <a:xfrm>
            <a:off x="4291476" y="3702139"/>
            <a:ext cx="720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5A3CB849-C25E-6E50-C8D6-8692FF4B5953}"/>
              </a:ext>
            </a:extLst>
          </p:cNvPr>
          <p:cNvSpPr/>
          <p:nvPr/>
        </p:nvSpPr>
        <p:spPr>
          <a:xfrm>
            <a:off x="4939476" y="3054139"/>
            <a:ext cx="72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07507486-3C43-8F7B-FC04-17C827F09D84}"/>
              </a:ext>
            </a:extLst>
          </p:cNvPr>
          <p:cNvSpPr/>
          <p:nvPr/>
        </p:nvSpPr>
        <p:spPr>
          <a:xfrm>
            <a:off x="720000" y="4200070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2990FA1E-335C-0EA8-0B0C-F17C94B32C97}"/>
              </a:ext>
            </a:extLst>
          </p:cNvPr>
          <p:cNvSpPr/>
          <p:nvPr/>
        </p:nvSpPr>
        <p:spPr>
          <a:xfrm>
            <a:off x="720000" y="4200070"/>
            <a:ext cx="72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27F9C18C-24DC-F310-734D-AABFB2A75AE6}"/>
              </a:ext>
            </a:extLst>
          </p:cNvPr>
          <p:cNvSpPr/>
          <p:nvPr/>
        </p:nvSpPr>
        <p:spPr>
          <a:xfrm>
            <a:off x="720000" y="4200070"/>
            <a:ext cx="720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9E490294-6320-AA22-07FB-97A04A26C10F}"/>
              </a:ext>
            </a:extLst>
          </p:cNvPr>
          <p:cNvSpPr/>
          <p:nvPr/>
        </p:nvSpPr>
        <p:spPr>
          <a:xfrm>
            <a:off x="720000" y="4848070"/>
            <a:ext cx="720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C12102AA-9FA5-EFB6-D529-DE3241A80E93}"/>
              </a:ext>
            </a:extLst>
          </p:cNvPr>
          <p:cNvSpPr/>
          <p:nvPr/>
        </p:nvSpPr>
        <p:spPr>
          <a:xfrm>
            <a:off x="1368000" y="4200070"/>
            <a:ext cx="72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F58BB204-D698-2EA4-FA94-2330834994A1}"/>
              </a:ext>
            </a:extLst>
          </p:cNvPr>
          <p:cNvSpPr/>
          <p:nvPr/>
        </p:nvSpPr>
        <p:spPr>
          <a:xfrm>
            <a:off x="1910492" y="4200070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C9FA53FA-94BF-0C08-B861-A8185E7D201E}"/>
              </a:ext>
            </a:extLst>
          </p:cNvPr>
          <p:cNvSpPr/>
          <p:nvPr/>
        </p:nvSpPr>
        <p:spPr>
          <a:xfrm>
            <a:off x="1910492" y="4200070"/>
            <a:ext cx="720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5C99C664-57F2-3879-2A13-D640EBBD9171}"/>
              </a:ext>
            </a:extLst>
          </p:cNvPr>
          <p:cNvSpPr/>
          <p:nvPr/>
        </p:nvSpPr>
        <p:spPr>
          <a:xfrm>
            <a:off x="1910492" y="4848070"/>
            <a:ext cx="720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A5A016A5-BD06-D829-DDD0-F3A46A2A8147}"/>
              </a:ext>
            </a:extLst>
          </p:cNvPr>
          <p:cNvSpPr/>
          <p:nvPr/>
        </p:nvSpPr>
        <p:spPr>
          <a:xfrm>
            <a:off x="3100984" y="4200070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7981085E-9DCD-F078-4165-92204D629FFC}"/>
              </a:ext>
            </a:extLst>
          </p:cNvPr>
          <p:cNvSpPr/>
          <p:nvPr/>
        </p:nvSpPr>
        <p:spPr>
          <a:xfrm>
            <a:off x="3100984" y="4200070"/>
            <a:ext cx="72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8B82B8BD-C4C9-B41D-546A-050568BF72B6}"/>
              </a:ext>
            </a:extLst>
          </p:cNvPr>
          <p:cNvSpPr/>
          <p:nvPr/>
        </p:nvSpPr>
        <p:spPr>
          <a:xfrm>
            <a:off x="3748984" y="4200070"/>
            <a:ext cx="72000" cy="7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572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FD7C43-FD8D-2C8F-A004-AEAA14E0D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矩形 133">
            <a:extLst>
              <a:ext uri="{FF2B5EF4-FFF2-40B4-BE49-F238E27FC236}">
                <a16:creationId xmlns:a16="http://schemas.microsoft.com/office/drawing/2014/main" id="{A688443E-34D3-6657-B9A8-FDF6E718BD80}"/>
              </a:ext>
            </a:extLst>
          </p:cNvPr>
          <p:cNvSpPr/>
          <p:nvPr/>
        </p:nvSpPr>
        <p:spPr>
          <a:xfrm>
            <a:off x="720000" y="720000"/>
            <a:ext cx="720000" cy="720000"/>
          </a:xfrm>
          <a:prstGeom prst="rect">
            <a:avLst/>
          </a:prstGeom>
          <a:solidFill>
            <a:srgbClr val="484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D1CE3D0E-9605-7B22-202F-59FDD53820C9}"/>
              </a:ext>
            </a:extLst>
          </p:cNvPr>
          <p:cNvSpPr/>
          <p:nvPr/>
        </p:nvSpPr>
        <p:spPr>
          <a:xfrm>
            <a:off x="720000" y="720000"/>
            <a:ext cx="720000" cy="72000"/>
          </a:xfrm>
          <a:prstGeom prst="rect">
            <a:avLst/>
          </a:prstGeom>
          <a:solidFill>
            <a:srgbClr val="484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E665BBD-1193-133E-199D-721BEBF2D983}"/>
              </a:ext>
            </a:extLst>
          </p:cNvPr>
          <p:cNvSpPr/>
          <p:nvPr/>
        </p:nvSpPr>
        <p:spPr>
          <a:xfrm>
            <a:off x="1910492" y="720000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3F4CFBB-D152-44B0-A8B6-D03D7E31B5E8}"/>
              </a:ext>
            </a:extLst>
          </p:cNvPr>
          <p:cNvSpPr/>
          <p:nvPr/>
        </p:nvSpPr>
        <p:spPr>
          <a:xfrm>
            <a:off x="1910492" y="1368000"/>
            <a:ext cx="720000" cy="72000"/>
          </a:xfrm>
          <a:prstGeom prst="rect">
            <a:avLst/>
          </a:prstGeom>
          <a:solidFill>
            <a:srgbClr val="484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37D440C-4D05-D4DD-E253-B8ACD5EFE55B}"/>
              </a:ext>
            </a:extLst>
          </p:cNvPr>
          <p:cNvSpPr/>
          <p:nvPr/>
        </p:nvSpPr>
        <p:spPr>
          <a:xfrm>
            <a:off x="3100984" y="720000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4B72E2D-9616-D3B1-D9C4-7117863A88E7}"/>
              </a:ext>
            </a:extLst>
          </p:cNvPr>
          <p:cNvSpPr/>
          <p:nvPr/>
        </p:nvSpPr>
        <p:spPr>
          <a:xfrm>
            <a:off x="3100984" y="720000"/>
            <a:ext cx="72000" cy="720000"/>
          </a:xfrm>
          <a:prstGeom prst="rect">
            <a:avLst/>
          </a:prstGeom>
          <a:solidFill>
            <a:srgbClr val="484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D87F451-1A08-87FC-DDBC-D9BFCF52D376}"/>
              </a:ext>
            </a:extLst>
          </p:cNvPr>
          <p:cNvSpPr/>
          <p:nvPr/>
        </p:nvSpPr>
        <p:spPr>
          <a:xfrm>
            <a:off x="4291476" y="720000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A060AB3-856C-485F-4908-54EB294DCB55}"/>
              </a:ext>
            </a:extLst>
          </p:cNvPr>
          <p:cNvSpPr/>
          <p:nvPr/>
        </p:nvSpPr>
        <p:spPr>
          <a:xfrm>
            <a:off x="4939476" y="720000"/>
            <a:ext cx="72000" cy="720000"/>
          </a:xfrm>
          <a:prstGeom prst="rect">
            <a:avLst/>
          </a:prstGeom>
          <a:solidFill>
            <a:srgbClr val="484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EB1D55F-4A88-D744-8E85-DB3CD44875C0}"/>
              </a:ext>
            </a:extLst>
          </p:cNvPr>
          <p:cNvSpPr/>
          <p:nvPr/>
        </p:nvSpPr>
        <p:spPr>
          <a:xfrm>
            <a:off x="720000" y="1865931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2ED2102-FD13-84D0-31AA-09AE5FBF2FF9}"/>
              </a:ext>
            </a:extLst>
          </p:cNvPr>
          <p:cNvSpPr/>
          <p:nvPr/>
        </p:nvSpPr>
        <p:spPr>
          <a:xfrm>
            <a:off x="720000" y="1865931"/>
            <a:ext cx="72000" cy="720000"/>
          </a:xfrm>
          <a:prstGeom prst="rect">
            <a:avLst/>
          </a:prstGeom>
          <a:solidFill>
            <a:srgbClr val="484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E6684F9-268A-B592-A212-71346E0DB8CF}"/>
              </a:ext>
            </a:extLst>
          </p:cNvPr>
          <p:cNvSpPr/>
          <p:nvPr/>
        </p:nvSpPr>
        <p:spPr>
          <a:xfrm>
            <a:off x="720000" y="1865931"/>
            <a:ext cx="720000" cy="72000"/>
          </a:xfrm>
          <a:prstGeom prst="rect">
            <a:avLst/>
          </a:prstGeom>
          <a:solidFill>
            <a:srgbClr val="484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28F9A1C-B0EA-3713-EA3A-58EA5DD55A26}"/>
              </a:ext>
            </a:extLst>
          </p:cNvPr>
          <p:cNvSpPr/>
          <p:nvPr/>
        </p:nvSpPr>
        <p:spPr>
          <a:xfrm>
            <a:off x="1910492" y="1865931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F8DDCF2-C8F0-0264-3145-3FF2300ED3EE}"/>
              </a:ext>
            </a:extLst>
          </p:cNvPr>
          <p:cNvSpPr/>
          <p:nvPr/>
        </p:nvSpPr>
        <p:spPr>
          <a:xfrm>
            <a:off x="1910492" y="1865931"/>
            <a:ext cx="720000" cy="72000"/>
          </a:xfrm>
          <a:prstGeom prst="rect">
            <a:avLst/>
          </a:prstGeom>
          <a:solidFill>
            <a:srgbClr val="484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C83CE90-E057-4E69-67A0-E95CC758A03F}"/>
              </a:ext>
            </a:extLst>
          </p:cNvPr>
          <p:cNvSpPr/>
          <p:nvPr/>
        </p:nvSpPr>
        <p:spPr>
          <a:xfrm>
            <a:off x="2558492" y="1865931"/>
            <a:ext cx="72000" cy="720000"/>
          </a:xfrm>
          <a:prstGeom prst="rect">
            <a:avLst/>
          </a:prstGeom>
          <a:solidFill>
            <a:srgbClr val="484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4B8000DD-A7D5-5B3C-75A9-F3CCB9E8E416}"/>
              </a:ext>
            </a:extLst>
          </p:cNvPr>
          <p:cNvSpPr/>
          <p:nvPr/>
        </p:nvSpPr>
        <p:spPr>
          <a:xfrm>
            <a:off x="3100984" y="1865931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1377691-EB96-E164-A7CA-AD2B2F63E048}"/>
              </a:ext>
            </a:extLst>
          </p:cNvPr>
          <p:cNvSpPr/>
          <p:nvPr/>
        </p:nvSpPr>
        <p:spPr>
          <a:xfrm>
            <a:off x="3100984" y="1865931"/>
            <a:ext cx="72000" cy="720000"/>
          </a:xfrm>
          <a:prstGeom prst="rect">
            <a:avLst/>
          </a:prstGeom>
          <a:solidFill>
            <a:srgbClr val="484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5DE3F3E0-CAD3-3846-19E2-7FC57B74588A}"/>
              </a:ext>
            </a:extLst>
          </p:cNvPr>
          <p:cNvSpPr/>
          <p:nvPr/>
        </p:nvSpPr>
        <p:spPr>
          <a:xfrm>
            <a:off x="3100984" y="2513931"/>
            <a:ext cx="720000" cy="72000"/>
          </a:xfrm>
          <a:prstGeom prst="rect">
            <a:avLst/>
          </a:prstGeom>
          <a:solidFill>
            <a:srgbClr val="484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A95B4D2-6569-45E1-48CC-755B9DED4552}"/>
              </a:ext>
            </a:extLst>
          </p:cNvPr>
          <p:cNvSpPr/>
          <p:nvPr/>
        </p:nvSpPr>
        <p:spPr>
          <a:xfrm>
            <a:off x="4291476" y="1865931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57CAFD3A-A758-08B9-2D64-E4AA919ADB14}"/>
              </a:ext>
            </a:extLst>
          </p:cNvPr>
          <p:cNvSpPr/>
          <p:nvPr/>
        </p:nvSpPr>
        <p:spPr>
          <a:xfrm>
            <a:off x="4291476" y="2513931"/>
            <a:ext cx="720000" cy="72000"/>
          </a:xfrm>
          <a:prstGeom prst="rect">
            <a:avLst/>
          </a:prstGeom>
          <a:solidFill>
            <a:srgbClr val="484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301C619A-5E2E-A50F-6E16-7F24359DC017}"/>
              </a:ext>
            </a:extLst>
          </p:cNvPr>
          <p:cNvSpPr/>
          <p:nvPr/>
        </p:nvSpPr>
        <p:spPr>
          <a:xfrm>
            <a:off x="4939476" y="1865931"/>
            <a:ext cx="72000" cy="720000"/>
          </a:xfrm>
          <a:prstGeom prst="rect">
            <a:avLst/>
          </a:prstGeom>
          <a:solidFill>
            <a:srgbClr val="484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F06E78CE-25F3-DBD8-881F-90DF78919A7C}"/>
              </a:ext>
            </a:extLst>
          </p:cNvPr>
          <p:cNvSpPr/>
          <p:nvPr/>
        </p:nvSpPr>
        <p:spPr>
          <a:xfrm>
            <a:off x="720000" y="3054139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F88B1CAF-B82F-37C9-83B0-483700D20048}"/>
              </a:ext>
            </a:extLst>
          </p:cNvPr>
          <p:cNvSpPr/>
          <p:nvPr/>
        </p:nvSpPr>
        <p:spPr>
          <a:xfrm>
            <a:off x="720000" y="3054139"/>
            <a:ext cx="72000" cy="720000"/>
          </a:xfrm>
          <a:prstGeom prst="rect">
            <a:avLst/>
          </a:prstGeom>
          <a:solidFill>
            <a:srgbClr val="484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2F167D83-7AF6-EB18-3E2F-EC24C7B1A336}"/>
              </a:ext>
            </a:extLst>
          </p:cNvPr>
          <p:cNvSpPr/>
          <p:nvPr/>
        </p:nvSpPr>
        <p:spPr>
          <a:xfrm>
            <a:off x="720000" y="3054139"/>
            <a:ext cx="720000" cy="72000"/>
          </a:xfrm>
          <a:prstGeom prst="rect">
            <a:avLst/>
          </a:prstGeom>
          <a:solidFill>
            <a:srgbClr val="484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D667027E-01C3-B9A4-93AC-1BFD35D8E803}"/>
              </a:ext>
            </a:extLst>
          </p:cNvPr>
          <p:cNvSpPr/>
          <p:nvPr/>
        </p:nvSpPr>
        <p:spPr>
          <a:xfrm>
            <a:off x="1368000" y="3054139"/>
            <a:ext cx="72000" cy="720000"/>
          </a:xfrm>
          <a:prstGeom prst="rect">
            <a:avLst/>
          </a:prstGeom>
          <a:solidFill>
            <a:srgbClr val="484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04859909-09C7-F576-EA58-D49F1E0C4A30}"/>
              </a:ext>
            </a:extLst>
          </p:cNvPr>
          <p:cNvSpPr/>
          <p:nvPr/>
        </p:nvSpPr>
        <p:spPr>
          <a:xfrm>
            <a:off x="1910492" y="3054139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B8A08051-F38F-382F-0954-5E701ACD5755}"/>
              </a:ext>
            </a:extLst>
          </p:cNvPr>
          <p:cNvSpPr/>
          <p:nvPr/>
        </p:nvSpPr>
        <p:spPr>
          <a:xfrm>
            <a:off x="1910492" y="3054139"/>
            <a:ext cx="72000" cy="720000"/>
          </a:xfrm>
          <a:prstGeom prst="rect">
            <a:avLst/>
          </a:prstGeom>
          <a:solidFill>
            <a:srgbClr val="484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0DC85B62-1625-9643-AC5B-24AD1AFE10C6}"/>
              </a:ext>
            </a:extLst>
          </p:cNvPr>
          <p:cNvSpPr/>
          <p:nvPr/>
        </p:nvSpPr>
        <p:spPr>
          <a:xfrm>
            <a:off x="1910492" y="3702139"/>
            <a:ext cx="720000" cy="72000"/>
          </a:xfrm>
          <a:prstGeom prst="rect">
            <a:avLst/>
          </a:prstGeom>
          <a:solidFill>
            <a:srgbClr val="484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56F2CE39-2976-77D0-3ED5-2678209B737E}"/>
              </a:ext>
            </a:extLst>
          </p:cNvPr>
          <p:cNvSpPr/>
          <p:nvPr/>
        </p:nvSpPr>
        <p:spPr>
          <a:xfrm>
            <a:off x="2558492" y="3054139"/>
            <a:ext cx="72000" cy="720000"/>
          </a:xfrm>
          <a:prstGeom prst="rect">
            <a:avLst/>
          </a:prstGeom>
          <a:solidFill>
            <a:srgbClr val="484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27FA9BF7-5EC1-BFF8-FF3D-57E6A9DA8425}"/>
              </a:ext>
            </a:extLst>
          </p:cNvPr>
          <p:cNvSpPr/>
          <p:nvPr/>
        </p:nvSpPr>
        <p:spPr>
          <a:xfrm>
            <a:off x="3100984" y="3054139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AF5DBAE9-28A2-79D5-D8B5-9AFFF0D6D5D1}"/>
              </a:ext>
            </a:extLst>
          </p:cNvPr>
          <p:cNvSpPr/>
          <p:nvPr/>
        </p:nvSpPr>
        <p:spPr>
          <a:xfrm>
            <a:off x="3100984" y="3054139"/>
            <a:ext cx="72000" cy="720000"/>
          </a:xfrm>
          <a:prstGeom prst="rect">
            <a:avLst/>
          </a:prstGeom>
          <a:solidFill>
            <a:srgbClr val="484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37834E4D-7A55-2096-49AF-59149831018E}"/>
              </a:ext>
            </a:extLst>
          </p:cNvPr>
          <p:cNvSpPr/>
          <p:nvPr/>
        </p:nvSpPr>
        <p:spPr>
          <a:xfrm>
            <a:off x="3100984" y="3054139"/>
            <a:ext cx="720000" cy="72000"/>
          </a:xfrm>
          <a:prstGeom prst="rect">
            <a:avLst/>
          </a:prstGeom>
          <a:solidFill>
            <a:srgbClr val="484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AD80BCE1-E74C-AA1B-E203-F3E771A08B6F}"/>
              </a:ext>
            </a:extLst>
          </p:cNvPr>
          <p:cNvSpPr/>
          <p:nvPr/>
        </p:nvSpPr>
        <p:spPr>
          <a:xfrm>
            <a:off x="3100984" y="3702139"/>
            <a:ext cx="720000" cy="72000"/>
          </a:xfrm>
          <a:prstGeom prst="rect">
            <a:avLst/>
          </a:prstGeom>
          <a:solidFill>
            <a:srgbClr val="484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47DF86ED-0ED5-F995-4F53-C7242742C934}"/>
              </a:ext>
            </a:extLst>
          </p:cNvPr>
          <p:cNvSpPr/>
          <p:nvPr/>
        </p:nvSpPr>
        <p:spPr>
          <a:xfrm>
            <a:off x="4291476" y="3054139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53DEF2CF-17EF-9820-DF63-B1A13335AFC3}"/>
              </a:ext>
            </a:extLst>
          </p:cNvPr>
          <p:cNvSpPr/>
          <p:nvPr/>
        </p:nvSpPr>
        <p:spPr>
          <a:xfrm>
            <a:off x="4291476" y="3054139"/>
            <a:ext cx="720000" cy="72000"/>
          </a:xfrm>
          <a:prstGeom prst="rect">
            <a:avLst/>
          </a:prstGeom>
          <a:solidFill>
            <a:srgbClr val="484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34F72CB2-A93C-13C1-8192-85DCC973A78C}"/>
              </a:ext>
            </a:extLst>
          </p:cNvPr>
          <p:cNvSpPr/>
          <p:nvPr/>
        </p:nvSpPr>
        <p:spPr>
          <a:xfrm>
            <a:off x="4291476" y="3702139"/>
            <a:ext cx="720000" cy="72000"/>
          </a:xfrm>
          <a:prstGeom prst="rect">
            <a:avLst/>
          </a:prstGeom>
          <a:solidFill>
            <a:srgbClr val="484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1AEAC191-CAAA-EF1F-CA53-3F27F81C682A}"/>
              </a:ext>
            </a:extLst>
          </p:cNvPr>
          <p:cNvSpPr/>
          <p:nvPr/>
        </p:nvSpPr>
        <p:spPr>
          <a:xfrm>
            <a:off x="4939476" y="3054139"/>
            <a:ext cx="72000" cy="720000"/>
          </a:xfrm>
          <a:prstGeom prst="rect">
            <a:avLst/>
          </a:prstGeom>
          <a:solidFill>
            <a:srgbClr val="484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7467D36D-8E93-E289-2258-EDAD5DE94323}"/>
              </a:ext>
            </a:extLst>
          </p:cNvPr>
          <p:cNvSpPr/>
          <p:nvPr/>
        </p:nvSpPr>
        <p:spPr>
          <a:xfrm>
            <a:off x="720000" y="4200070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470826B2-4395-70BE-5DFA-12063C321BC1}"/>
              </a:ext>
            </a:extLst>
          </p:cNvPr>
          <p:cNvSpPr/>
          <p:nvPr/>
        </p:nvSpPr>
        <p:spPr>
          <a:xfrm>
            <a:off x="720000" y="4200070"/>
            <a:ext cx="72000" cy="720000"/>
          </a:xfrm>
          <a:prstGeom prst="rect">
            <a:avLst/>
          </a:prstGeom>
          <a:solidFill>
            <a:srgbClr val="484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000F842C-5A4B-6044-F05D-01E6E7921E98}"/>
              </a:ext>
            </a:extLst>
          </p:cNvPr>
          <p:cNvSpPr/>
          <p:nvPr/>
        </p:nvSpPr>
        <p:spPr>
          <a:xfrm>
            <a:off x="720000" y="4200070"/>
            <a:ext cx="720000" cy="72000"/>
          </a:xfrm>
          <a:prstGeom prst="rect">
            <a:avLst/>
          </a:prstGeom>
          <a:solidFill>
            <a:srgbClr val="484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6DAD0FF2-D23B-30AC-1978-C50AEA93C9DC}"/>
              </a:ext>
            </a:extLst>
          </p:cNvPr>
          <p:cNvSpPr/>
          <p:nvPr/>
        </p:nvSpPr>
        <p:spPr>
          <a:xfrm>
            <a:off x="720000" y="4848070"/>
            <a:ext cx="720000" cy="72000"/>
          </a:xfrm>
          <a:prstGeom prst="rect">
            <a:avLst/>
          </a:prstGeom>
          <a:solidFill>
            <a:srgbClr val="484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8CED14BA-B721-582D-F28D-F102D21590F4}"/>
              </a:ext>
            </a:extLst>
          </p:cNvPr>
          <p:cNvSpPr/>
          <p:nvPr/>
        </p:nvSpPr>
        <p:spPr>
          <a:xfrm>
            <a:off x="1368000" y="4200070"/>
            <a:ext cx="72000" cy="720000"/>
          </a:xfrm>
          <a:prstGeom prst="rect">
            <a:avLst/>
          </a:prstGeom>
          <a:solidFill>
            <a:srgbClr val="484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C4B4006F-9C12-8DF3-DA1E-55F6A44701B7}"/>
              </a:ext>
            </a:extLst>
          </p:cNvPr>
          <p:cNvSpPr/>
          <p:nvPr/>
        </p:nvSpPr>
        <p:spPr>
          <a:xfrm>
            <a:off x="1910492" y="4200070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E62A67EF-17AB-104F-DC12-C69E30C922C4}"/>
              </a:ext>
            </a:extLst>
          </p:cNvPr>
          <p:cNvSpPr/>
          <p:nvPr/>
        </p:nvSpPr>
        <p:spPr>
          <a:xfrm>
            <a:off x="1910492" y="4200070"/>
            <a:ext cx="720000" cy="72000"/>
          </a:xfrm>
          <a:prstGeom prst="rect">
            <a:avLst/>
          </a:prstGeom>
          <a:solidFill>
            <a:srgbClr val="484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9BACA793-F876-CDA3-37FE-A6848DF26A6B}"/>
              </a:ext>
            </a:extLst>
          </p:cNvPr>
          <p:cNvSpPr/>
          <p:nvPr/>
        </p:nvSpPr>
        <p:spPr>
          <a:xfrm>
            <a:off x="1910492" y="4848070"/>
            <a:ext cx="720000" cy="72000"/>
          </a:xfrm>
          <a:prstGeom prst="rect">
            <a:avLst/>
          </a:prstGeom>
          <a:solidFill>
            <a:srgbClr val="484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B436D75A-11F8-34CB-95EF-D0BB792E3D4A}"/>
              </a:ext>
            </a:extLst>
          </p:cNvPr>
          <p:cNvSpPr/>
          <p:nvPr/>
        </p:nvSpPr>
        <p:spPr>
          <a:xfrm>
            <a:off x="3100984" y="4200070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F342944F-1183-F0FC-AE20-D5AA177DDC9B}"/>
              </a:ext>
            </a:extLst>
          </p:cNvPr>
          <p:cNvSpPr/>
          <p:nvPr/>
        </p:nvSpPr>
        <p:spPr>
          <a:xfrm>
            <a:off x="3100984" y="4200070"/>
            <a:ext cx="72000" cy="720000"/>
          </a:xfrm>
          <a:prstGeom prst="rect">
            <a:avLst/>
          </a:prstGeom>
          <a:solidFill>
            <a:srgbClr val="484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E2FFCF46-E506-42AF-600C-625527A2DF35}"/>
              </a:ext>
            </a:extLst>
          </p:cNvPr>
          <p:cNvSpPr/>
          <p:nvPr/>
        </p:nvSpPr>
        <p:spPr>
          <a:xfrm>
            <a:off x="3748984" y="4200070"/>
            <a:ext cx="72000" cy="720000"/>
          </a:xfrm>
          <a:prstGeom prst="rect">
            <a:avLst/>
          </a:prstGeom>
          <a:solidFill>
            <a:srgbClr val="484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3819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A2F9D6-4FD8-2E06-F0F1-3B6EDF6FF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矩形 133">
            <a:extLst>
              <a:ext uri="{FF2B5EF4-FFF2-40B4-BE49-F238E27FC236}">
                <a16:creationId xmlns:a16="http://schemas.microsoft.com/office/drawing/2014/main" id="{CC2C0D67-AA02-D308-AF55-EF736E41C8F6}"/>
              </a:ext>
            </a:extLst>
          </p:cNvPr>
          <p:cNvSpPr/>
          <p:nvPr/>
        </p:nvSpPr>
        <p:spPr>
          <a:xfrm>
            <a:off x="720000" y="720000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A409099C-0F87-9703-FB4E-056714046602}"/>
              </a:ext>
            </a:extLst>
          </p:cNvPr>
          <p:cNvSpPr/>
          <p:nvPr/>
        </p:nvSpPr>
        <p:spPr>
          <a:xfrm>
            <a:off x="720000" y="720000"/>
            <a:ext cx="72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397FC45-0022-5D3C-F8DA-74EBE85C209E}"/>
              </a:ext>
            </a:extLst>
          </p:cNvPr>
          <p:cNvSpPr/>
          <p:nvPr/>
        </p:nvSpPr>
        <p:spPr>
          <a:xfrm>
            <a:off x="1892308" y="720000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81EA740-C0B6-178B-9174-9EDE9A4A9DC6}"/>
              </a:ext>
            </a:extLst>
          </p:cNvPr>
          <p:cNvSpPr/>
          <p:nvPr/>
        </p:nvSpPr>
        <p:spPr>
          <a:xfrm>
            <a:off x="2540308" y="720000"/>
            <a:ext cx="72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5442AE5-2D7C-95D1-B737-CD1FBEE8432A}"/>
              </a:ext>
            </a:extLst>
          </p:cNvPr>
          <p:cNvSpPr/>
          <p:nvPr/>
        </p:nvSpPr>
        <p:spPr>
          <a:xfrm>
            <a:off x="3188308" y="720000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A25FBAC-4AC9-B1CA-7A93-EE85FABE1EFC}"/>
              </a:ext>
            </a:extLst>
          </p:cNvPr>
          <p:cNvSpPr/>
          <p:nvPr/>
        </p:nvSpPr>
        <p:spPr>
          <a:xfrm>
            <a:off x="3188308" y="1368000"/>
            <a:ext cx="72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DA88C5C-2FD8-96D2-104C-ABD8934F217D}"/>
              </a:ext>
            </a:extLst>
          </p:cNvPr>
          <p:cNvSpPr/>
          <p:nvPr/>
        </p:nvSpPr>
        <p:spPr>
          <a:xfrm>
            <a:off x="4360616" y="720000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E052A2E-BFF7-CB25-9232-A6EB417A99E9}"/>
              </a:ext>
            </a:extLst>
          </p:cNvPr>
          <p:cNvSpPr/>
          <p:nvPr/>
        </p:nvSpPr>
        <p:spPr>
          <a:xfrm>
            <a:off x="5008616" y="1368000"/>
            <a:ext cx="72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3CBDC80-1C11-5A9F-A435-B5EFA8B51D16}"/>
              </a:ext>
            </a:extLst>
          </p:cNvPr>
          <p:cNvSpPr/>
          <p:nvPr/>
        </p:nvSpPr>
        <p:spPr>
          <a:xfrm>
            <a:off x="720000" y="1909892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0EC996D-FA85-6EF4-A0A5-D6576607793F}"/>
              </a:ext>
            </a:extLst>
          </p:cNvPr>
          <p:cNvSpPr/>
          <p:nvPr/>
        </p:nvSpPr>
        <p:spPr>
          <a:xfrm>
            <a:off x="720000" y="1909892"/>
            <a:ext cx="72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6B19DA1-A20F-D373-5D5F-DFB973F6BC7B}"/>
              </a:ext>
            </a:extLst>
          </p:cNvPr>
          <p:cNvSpPr/>
          <p:nvPr/>
        </p:nvSpPr>
        <p:spPr>
          <a:xfrm>
            <a:off x="1368000" y="1909892"/>
            <a:ext cx="72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A737632-5BB5-3368-FCCF-F2C3D54EEE2A}"/>
              </a:ext>
            </a:extLst>
          </p:cNvPr>
          <p:cNvSpPr/>
          <p:nvPr/>
        </p:nvSpPr>
        <p:spPr>
          <a:xfrm>
            <a:off x="1892308" y="1909892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DE1BD33-96E9-2A04-1E1F-26901A0BBFDB}"/>
              </a:ext>
            </a:extLst>
          </p:cNvPr>
          <p:cNvSpPr/>
          <p:nvPr/>
        </p:nvSpPr>
        <p:spPr>
          <a:xfrm>
            <a:off x="1892308" y="2557892"/>
            <a:ext cx="72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4A1371E-93E3-C0AE-FB27-ED21356E7599}"/>
              </a:ext>
            </a:extLst>
          </p:cNvPr>
          <p:cNvSpPr/>
          <p:nvPr/>
        </p:nvSpPr>
        <p:spPr>
          <a:xfrm>
            <a:off x="2540308" y="2557892"/>
            <a:ext cx="72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9F5FB20-2B77-DB1C-4525-7F5732B16DF7}"/>
              </a:ext>
            </a:extLst>
          </p:cNvPr>
          <p:cNvSpPr/>
          <p:nvPr/>
        </p:nvSpPr>
        <p:spPr>
          <a:xfrm>
            <a:off x="3188308" y="1909892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A4D3AF7-1C81-7ADC-FB22-BC28A9A09C17}"/>
              </a:ext>
            </a:extLst>
          </p:cNvPr>
          <p:cNvSpPr/>
          <p:nvPr/>
        </p:nvSpPr>
        <p:spPr>
          <a:xfrm>
            <a:off x="3188308" y="1909892"/>
            <a:ext cx="72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4EA394F-9A1E-0009-0707-62D0C4739F2D}"/>
              </a:ext>
            </a:extLst>
          </p:cNvPr>
          <p:cNvSpPr/>
          <p:nvPr/>
        </p:nvSpPr>
        <p:spPr>
          <a:xfrm>
            <a:off x="3188308" y="2557892"/>
            <a:ext cx="72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D2F62623-692F-54FD-F48C-90A1685C909A}"/>
              </a:ext>
            </a:extLst>
          </p:cNvPr>
          <p:cNvSpPr/>
          <p:nvPr/>
        </p:nvSpPr>
        <p:spPr>
          <a:xfrm>
            <a:off x="4360616" y="1909892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D7193BF7-2365-321B-CA64-AAD9E7A3BF69}"/>
              </a:ext>
            </a:extLst>
          </p:cNvPr>
          <p:cNvSpPr/>
          <p:nvPr/>
        </p:nvSpPr>
        <p:spPr>
          <a:xfrm>
            <a:off x="5008616" y="1909892"/>
            <a:ext cx="72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C872506B-246C-F983-B7A6-B09481215339}"/>
              </a:ext>
            </a:extLst>
          </p:cNvPr>
          <p:cNvSpPr/>
          <p:nvPr/>
        </p:nvSpPr>
        <p:spPr>
          <a:xfrm>
            <a:off x="5008616" y="2557892"/>
            <a:ext cx="72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80644932-56F4-5B52-A46B-2704257245B8}"/>
              </a:ext>
            </a:extLst>
          </p:cNvPr>
          <p:cNvSpPr/>
          <p:nvPr/>
        </p:nvSpPr>
        <p:spPr>
          <a:xfrm>
            <a:off x="720000" y="3205892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0D9188C1-A123-620C-C7A1-127BE8F7FE08}"/>
              </a:ext>
            </a:extLst>
          </p:cNvPr>
          <p:cNvSpPr/>
          <p:nvPr/>
        </p:nvSpPr>
        <p:spPr>
          <a:xfrm>
            <a:off x="720000" y="3205892"/>
            <a:ext cx="72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1F57321C-1D00-147A-751D-7B46FA2C9B0D}"/>
              </a:ext>
            </a:extLst>
          </p:cNvPr>
          <p:cNvSpPr/>
          <p:nvPr/>
        </p:nvSpPr>
        <p:spPr>
          <a:xfrm>
            <a:off x="1368000" y="3205892"/>
            <a:ext cx="72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E2FA0915-9B89-FC81-9464-2B007A123774}"/>
              </a:ext>
            </a:extLst>
          </p:cNvPr>
          <p:cNvSpPr/>
          <p:nvPr/>
        </p:nvSpPr>
        <p:spPr>
          <a:xfrm>
            <a:off x="720000" y="3853892"/>
            <a:ext cx="72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42B6E0F7-D76C-3C93-A420-B9300830724A}"/>
              </a:ext>
            </a:extLst>
          </p:cNvPr>
          <p:cNvSpPr/>
          <p:nvPr/>
        </p:nvSpPr>
        <p:spPr>
          <a:xfrm>
            <a:off x="1892308" y="3205892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E38933DA-83C1-27B0-49E7-668190B0AB36}"/>
              </a:ext>
            </a:extLst>
          </p:cNvPr>
          <p:cNvSpPr/>
          <p:nvPr/>
        </p:nvSpPr>
        <p:spPr>
          <a:xfrm>
            <a:off x="1892308" y="3205892"/>
            <a:ext cx="72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57707663-7DC5-0A8D-9A4C-F48C5319E44F}"/>
              </a:ext>
            </a:extLst>
          </p:cNvPr>
          <p:cNvSpPr/>
          <p:nvPr/>
        </p:nvSpPr>
        <p:spPr>
          <a:xfrm>
            <a:off x="2540308" y="3205892"/>
            <a:ext cx="72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164D87BD-CBBE-D701-E87A-2C0B8C4FD170}"/>
              </a:ext>
            </a:extLst>
          </p:cNvPr>
          <p:cNvSpPr/>
          <p:nvPr/>
        </p:nvSpPr>
        <p:spPr>
          <a:xfrm>
            <a:off x="2540308" y="3853892"/>
            <a:ext cx="72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31CE9512-5ACB-E5E2-073D-2BF0055F6201}"/>
              </a:ext>
            </a:extLst>
          </p:cNvPr>
          <p:cNvSpPr/>
          <p:nvPr/>
        </p:nvSpPr>
        <p:spPr>
          <a:xfrm>
            <a:off x="3188308" y="3205892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3BAEFD0F-19C4-7ED8-E103-8C3BB76C4DC2}"/>
              </a:ext>
            </a:extLst>
          </p:cNvPr>
          <p:cNvSpPr/>
          <p:nvPr/>
        </p:nvSpPr>
        <p:spPr>
          <a:xfrm>
            <a:off x="3188308" y="3205892"/>
            <a:ext cx="72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DC713D8C-76CF-210F-2C95-BBE7811D58FE}"/>
              </a:ext>
            </a:extLst>
          </p:cNvPr>
          <p:cNvSpPr/>
          <p:nvPr/>
        </p:nvSpPr>
        <p:spPr>
          <a:xfrm>
            <a:off x="3188308" y="3853892"/>
            <a:ext cx="72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B0016CAE-340A-A4AA-A926-FAEE30532AB7}"/>
              </a:ext>
            </a:extLst>
          </p:cNvPr>
          <p:cNvSpPr/>
          <p:nvPr/>
        </p:nvSpPr>
        <p:spPr>
          <a:xfrm>
            <a:off x="3836308" y="3853892"/>
            <a:ext cx="72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4B545A6F-14D0-EED9-8543-8CF49F284BC0}"/>
              </a:ext>
            </a:extLst>
          </p:cNvPr>
          <p:cNvSpPr/>
          <p:nvPr/>
        </p:nvSpPr>
        <p:spPr>
          <a:xfrm>
            <a:off x="4360616" y="3205892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D7E27C60-7DD3-3EA6-D306-7819C3E0102F}"/>
              </a:ext>
            </a:extLst>
          </p:cNvPr>
          <p:cNvSpPr/>
          <p:nvPr/>
        </p:nvSpPr>
        <p:spPr>
          <a:xfrm>
            <a:off x="5008616" y="3205892"/>
            <a:ext cx="72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5008C17E-2D14-8811-CC95-FA03A725C39A}"/>
              </a:ext>
            </a:extLst>
          </p:cNvPr>
          <p:cNvSpPr/>
          <p:nvPr/>
        </p:nvSpPr>
        <p:spPr>
          <a:xfrm>
            <a:off x="4360616" y="3853892"/>
            <a:ext cx="72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ED9B4AAF-406E-A12D-3744-268678A6D6C0}"/>
              </a:ext>
            </a:extLst>
          </p:cNvPr>
          <p:cNvSpPr/>
          <p:nvPr/>
        </p:nvSpPr>
        <p:spPr>
          <a:xfrm>
            <a:off x="5008616" y="3853892"/>
            <a:ext cx="72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1FBB9287-8D3A-50E6-8BB0-5A0A200DAA59}"/>
              </a:ext>
            </a:extLst>
          </p:cNvPr>
          <p:cNvSpPr/>
          <p:nvPr/>
        </p:nvSpPr>
        <p:spPr>
          <a:xfrm>
            <a:off x="720000" y="4395784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DC62D3F6-0B9C-FE3E-1CE1-7822DE25FE0A}"/>
              </a:ext>
            </a:extLst>
          </p:cNvPr>
          <p:cNvSpPr/>
          <p:nvPr/>
        </p:nvSpPr>
        <p:spPr>
          <a:xfrm>
            <a:off x="720000" y="4395784"/>
            <a:ext cx="72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D184B447-3B41-54BA-04DB-4914285DE4A6}"/>
              </a:ext>
            </a:extLst>
          </p:cNvPr>
          <p:cNvSpPr/>
          <p:nvPr/>
        </p:nvSpPr>
        <p:spPr>
          <a:xfrm>
            <a:off x="1368000" y="4395784"/>
            <a:ext cx="72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9869C01F-CE4C-D49C-2761-FC9F7128E4F1}"/>
              </a:ext>
            </a:extLst>
          </p:cNvPr>
          <p:cNvSpPr/>
          <p:nvPr/>
        </p:nvSpPr>
        <p:spPr>
          <a:xfrm>
            <a:off x="720000" y="5043784"/>
            <a:ext cx="72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5B87B9F5-2596-3193-C2FB-6D44F7C574C3}"/>
              </a:ext>
            </a:extLst>
          </p:cNvPr>
          <p:cNvSpPr/>
          <p:nvPr/>
        </p:nvSpPr>
        <p:spPr>
          <a:xfrm>
            <a:off x="1368000" y="5043784"/>
            <a:ext cx="72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1200C42F-7962-274E-FF41-A08E37C684EB}"/>
              </a:ext>
            </a:extLst>
          </p:cNvPr>
          <p:cNvSpPr/>
          <p:nvPr/>
        </p:nvSpPr>
        <p:spPr>
          <a:xfrm>
            <a:off x="1892308" y="4395784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43527EC6-0E52-CDC7-AAA2-0C70C1B5FBFB}"/>
              </a:ext>
            </a:extLst>
          </p:cNvPr>
          <p:cNvSpPr/>
          <p:nvPr/>
        </p:nvSpPr>
        <p:spPr>
          <a:xfrm>
            <a:off x="1892308" y="4395784"/>
            <a:ext cx="72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54EC86F9-38F0-017A-CFC4-92F36819A11C}"/>
              </a:ext>
            </a:extLst>
          </p:cNvPr>
          <p:cNvSpPr/>
          <p:nvPr/>
        </p:nvSpPr>
        <p:spPr>
          <a:xfrm>
            <a:off x="2540308" y="5043784"/>
            <a:ext cx="72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B928494F-4572-731D-F382-82928B157EAF}"/>
              </a:ext>
            </a:extLst>
          </p:cNvPr>
          <p:cNvSpPr/>
          <p:nvPr/>
        </p:nvSpPr>
        <p:spPr>
          <a:xfrm>
            <a:off x="3188308" y="4395784"/>
            <a:ext cx="720000" cy="72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451EBF6E-A614-B7C9-BE7A-BBB15E8996B7}"/>
              </a:ext>
            </a:extLst>
          </p:cNvPr>
          <p:cNvSpPr/>
          <p:nvPr/>
        </p:nvSpPr>
        <p:spPr>
          <a:xfrm>
            <a:off x="3836308" y="4395784"/>
            <a:ext cx="72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01A5E04D-7A86-53C1-44AC-095C6C3146E4}"/>
              </a:ext>
            </a:extLst>
          </p:cNvPr>
          <p:cNvSpPr/>
          <p:nvPr/>
        </p:nvSpPr>
        <p:spPr>
          <a:xfrm>
            <a:off x="3188308" y="5043784"/>
            <a:ext cx="72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9747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矩形 66">
            <a:extLst>
              <a:ext uri="{FF2B5EF4-FFF2-40B4-BE49-F238E27FC236}">
                <a16:creationId xmlns:a16="http://schemas.microsoft.com/office/drawing/2014/main" id="{81452FC0-2A68-C8B6-B9DE-A9D5C55CAC95}"/>
              </a:ext>
            </a:extLst>
          </p:cNvPr>
          <p:cNvSpPr/>
          <p:nvPr/>
        </p:nvSpPr>
        <p:spPr>
          <a:xfrm>
            <a:off x="1314000" y="1314000"/>
            <a:ext cx="972000" cy="97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D5149D2-4164-3104-7132-7E34E651C20D}"/>
              </a:ext>
            </a:extLst>
          </p:cNvPr>
          <p:cNvSpPr/>
          <p:nvPr/>
        </p:nvSpPr>
        <p:spPr>
          <a:xfrm>
            <a:off x="1422000" y="1422000"/>
            <a:ext cx="756000" cy="75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6AC7A52-B073-77A2-5479-45CAF857F18A}"/>
              </a:ext>
            </a:extLst>
          </p:cNvPr>
          <p:cNvSpPr/>
          <p:nvPr/>
        </p:nvSpPr>
        <p:spPr>
          <a:xfrm>
            <a:off x="1440000" y="1440000"/>
            <a:ext cx="7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923A422-E93C-60DB-EF5E-035A3E5358A1}"/>
              </a:ext>
            </a:extLst>
          </p:cNvPr>
          <p:cNvSpPr/>
          <p:nvPr/>
        </p:nvSpPr>
        <p:spPr>
          <a:xfrm>
            <a:off x="1617644" y="1908000"/>
            <a:ext cx="108000" cy="1440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A673935-7017-A390-FA87-824DC656DE1E}"/>
              </a:ext>
            </a:extLst>
          </p:cNvPr>
          <p:cNvSpPr/>
          <p:nvPr/>
        </p:nvSpPr>
        <p:spPr>
          <a:xfrm>
            <a:off x="1867185" y="1908000"/>
            <a:ext cx="108000" cy="1440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AC50831-DC6F-E9A7-A08D-F07307A46EBD}"/>
              </a:ext>
            </a:extLst>
          </p:cNvPr>
          <p:cNvSpPr/>
          <p:nvPr/>
        </p:nvSpPr>
        <p:spPr>
          <a:xfrm>
            <a:off x="9680205" y="5874361"/>
            <a:ext cx="180000" cy="4680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5E32602-EF7C-BB71-6DA8-A7AF771CD6EE}"/>
              </a:ext>
            </a:extLst>
          </p:cNvPr>
          <p:cNvSpPr/>
          <p:nvPr/>
        </p:nvSpPr>
        <p:spPr>
          <a:xfrm>
            <a:off x="10226640" y="5874361"/>
            <a:ext cx="180000" cy="4680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A5B20CA-4B0E-B514-080A-C5FC6F8C8DBC}"/>
              </a:ext>
            </a:extLst>
          </p:cNvPr>
          <p:cNvSpPr/>
          <p:nvPr/>
        </p:nvSpPr>
        <p:spPr>
          <a:xfrm>
            <a:off x="2612787" y="1422000"/>
            <a:ext cx="756000" cy="75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AF5FB8A-926F-5DD7-4059-4F69B0C5D622}"/>
              </a:ext>
            </a:extLst>
          </p:cNvPr>
          <p:cNvSpPr/>
          <p:nvPr/>
        </p:nvSpPr>
        <p:spPr>
          <a:xfrm>
            <a:off x="2630787" y="1440000"/>
            <a:ext cx="7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4AF7C3A-4FE3-843E-3802-6B91A91DB29C}"/>
              </a:ext>
            </a:extLst>
          </p:cNvPr>
          <p:cNvSpPr/>
          <p:nvPr/>
        </p:nvSpPr>
        <p:spPr>
          <a:xfrm>
            <a:off x="2808431" y="1908000"/>
            <a:ext cx="108000" cy="1440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7F8ED99-0F96-BECB-612C-4B9A06D5D6DB}"/>
              </a:ext>
            </a:extLst>
          </p:cNvPr>
          <p:cNvSpPr/>
          <p:nvPr/>
        </p:nvSpPr>
        <p:spPr>
          <a:xfrm>
            <a:off x="3057972" y="1908000"/>
            <a:ext cx="108000" cy="1440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043E5C8-E7F6-5B74-BC3C-23B7150733C5}"/>
              </a:ext>
            </a:extLst>
          </p:cNvPr>
          <p:cNvSpPr/>
          <p:nvPr/>
        </p:nvSpPr>
        <p:spPr>
          <a:xfrm>
            <a:off x="3803574" y="1422000"/>
            <a:ext cx="756000" cy="75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A6AB99F-B5F5-500E-DD85-7396561F9814}"/>
              </a:ext>
            </a:extLst>
          </p:cNvPr>
          <p:cNvSpPr/>
          <p:nvPr/>
        </p:nvSpPr>
        <p:spPr>
          <a:xfrm>
            <a:off x="3821574" y="1440000"/>
            <a:ext cx="7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9B490E9-DA85-1C90-8D9C-16F7C92DFF9C}"/>
              </a:ext>
            </a:extLst>
          </p:cNvPr>
          <p:cNvSpPr/>
          <p:nvPr/>
        </p:nvSpPr>
        <p:spPr>
          <a:xfrm>
            <a:off x="3999218" y="1908000"/>
            <a:ext cx="108000" cy="1440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459D89F-91B9-187E-5A5C-2B70C0F887A1}"/>
              </a:ext>
            </a:extLst>
          </p:cNvPr>
          <p:cNvSpPr/>
          <p:nvPr/>
        </p:nvSpPr>
        <p:spPr>
          <a:xfrm>
            <a:off x="4248759" y="1908000"/>
            <a:ext cx="108000" cy="1440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44B76FB-A61D-FDC4-3A9A-AF97216074BF}"/>
              </a:ext>
            </a:extLst>
          </p:cNvPr>
          <p:cNvSpPr/>
          <p:nvPr/>
        </p:nvSpPr>
        <p:spPr>
          <a:xfrm>
            <a:off x="2629857" y="1440000"/>
            <a:ext cx="720000" cy="1800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B69A265-E94E-18E9-4A83-EF12CB17F7E3}"/>
              </a:ext>
            </a:extLst>
          </p:cNvPr>
          <p:cNvSpPr/>
          <p:nvPr/>
        </p:nvSpPr>
        <p:spPr>
          <a:xfrm>
            <a:off x="3821574" y="1440000"/>
            <a:ext cx="720000" cy="3600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35F11CD-A224-0B50-4B71-00D461DE7EAD}"/>
              </a:ext>
            </a:extLst>
          </p:cNvPr>
          <p:cNvSpPr/>
          <p:nvPr/>
        </p:nvSpPr>
        <p:spPr>
          <a:xfrm>
            <a:off x="4976361" y="1422000"/>
            <a:ext cx="756000" cy="75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33A3A8E1-D011-BD99-4E78-F507755331C8}"/>
              </a:ext>
            </a:extLst>
          </p:cNvPr>
          <p:cNvSpPr/>
          <p:nvPr/>
        </p:nvSpPr>
        <p:spPr>
          <a:xfrm>
            <a:off x="4994361" y="1440000"/>
            <a:ext cx="7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A2D92113-D795-9ACB-C729-D4873F2C3D48}"/>
              </a:ext>
            </a:extLst>
          </p:cNvPr>
          <p:cNvSpPr/>
          <p:nvPr/>
        </p:nvSpPr>
        <p:spPr>
          <a:xfrm>
            <a:off x="5172005" y="1908000"/>
            <a:ext cx="108000" cy="1440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AAA568D-2901-B4D6-CB69-A9FBFBCABE94}"/>
              </a:ext>
            </a:extLst>
          </p:cNvPr>
          <p:cNvSpPr/>
          <p:nvPr/>
        </p:nvSpPr>
        <p:spPr>
          <a:xfrm>
            <a:off x="5421546" y="1908000"/>
            <a:ext cx="108000" cy="1440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956919D-2811-E66F-EDA2-EEEA29460E45}"/>
              </a:ext>
            </a:extLst>
          </p:cNvPr>
          <p:cNvSpPr/>
          <p:nvPr/>
        </p:nvSpPr>
        <p:spPr>
          <a:xfrm>
            <a:off x="6167148" y="1422000"/>
            <a:ext cx="756000" cy="75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D63CA1BD-9690-9E8D-C66F-617E8207D40D}"/>
              </a:ext>
            </a:extLst>
          </p:cNvPr>
          <p:cNvSpPr/>
          <p:nvPr/>
        </p:nvSpPr>
        <p:spPr>
          <a:xfrm>
            <a:off x="6185148" y="1440000"/>
            <a:ext cx="7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DC07C71-1CEB-C2FB-4A4A-6366B708727E}"/>
              </a:ext>
            </a:extLst>
          </p:cNvPr>
          <p:cNvSpPr/>
          <p:nvPr/>
        </p:nvSpPr>
        <p:spPr>
          <a:xfrm>
            <a:off x="6362792" y="1908000"/>
            <a:ext cx="108000" cy="1440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93F1AAF-03D9-9527-BF40-2E085B45537A}"/>
              </a:ext>
            </a:extLst>
          </p:cNvPr>
          <p:cNvSpPr/>
          <p:nvPr/>
        </p:nvSpPr>
        <p:spPr>
          <a:xfrm>
            <a:off x="6612333" y="1908000"/>
            <a:ext cx="108000" cy="1440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D100BF4A-292D-08AB-5687-1E6C8665358B}"/>
              </a:ext>
            </a:extLst>
          </p:cNvPr>
          <p:cNvSpPr/>
          <p:nvPr/>
        </p:nvSpPr>
        <p:spPr>
          <a:xfrm>
            <a:off x="4993431" y="1440000"/>
            <a:ext cx="720000" cy="5400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0BC855D-47B1-47FD-1ED7-5AEF52A1A800}"/>
              </a:ext>
            </a:extLst>
          </p:cNvPr>
          <p:cNvSpPr/>
          <p:nvPr/>
        </p:nvSpPr>
        <p:spPr>
          <a:xfrm>
            <a:off x="6185148" y="1440000"/>
            <a:ext cx="720000" cy="7200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1730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0A9AE-0875-7360-8EF3-F2D7F2CE4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7A5A83D-B1C9-AE22-1490-4EF41A47A18C}"/>
              </a:ext>
            </a:extLst>
          </p:cNvPr>
          <p:cNvSpPr/>
          <p:nvPr/>
        </p:nvSpPr>
        <p:spPr>
          <a:xfrm>
            <a:off x="360000" y="360000"/>
            <a:ext cx="5760000" cy="57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直角三角形 38">
            <a:extLst>
              <a:ext uri="{FF2B5EF4-FFF2-40B4-BE49-F238E27FC236}">
                <a16:creationId xmlns:a16="http://schemas.microsoft.com/office/drawing/2014/main" id="{A56E40FE-AFB2-8409-0586-97773CFBEE54}"/>
              </a:ext>
            </a:extLst>
          </p:cNvPr>
          <p:cNvSpPr/>
          <p:nvPr/>
        </p:nvSpPr>
        <p:spPr>
          <a:xfrm rot="5400000">
            <a:off x="360000" y="360000"/>
            <a:ext cx="5760000" cy="576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直角三角形 42">
            <a:extLst>
              <a:ext uri="{FF2B5EF4-FFF2-40B4-BE49-F238E27FC236}">
                <a16:creationId xmlns:a16="http://schemas.microsoft.com/office/drawing/2014/main" id="{6DBDD6A4-2B47-41A3-E383-5F5CEC0943ED}"/>
              </a:ext>
            </a:extLst>
          </p:cNvPr>
          <p:cNvSpPr/>
          <p:nvPr/>
        </p:nvSpPr>
        <p:spPr>
          <a:xfrm rot="5400000">
            <a:off x="360000" y="360000"/>
            <a:ext cx="5670000" cy="567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直角三角形 43">
            <a:extLst>
              <a:ext uri="{FF2B5EF4-FFF2-40B4-BE49-F238E27FC236}">
                <a16:creationId xmlns:a16="http://schemas.microsoft.com/office/drawing/2014/main" id="{31ACC51B-EA4C-84B3-BCAE-F5EA3768C047}"/>
              </a:ext>
            </a:extLst>
          </p:cNvPr>
          <p:cNvSpPr/>
          <p:nvPr/>
        </p:nvSpPr>
        <p:spPr>
          <a:xfrm rot="5400000">
            <a:off x="360000" y="360000"/>
            <a:ext cx="5580000" cy="558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直角三角形 44">
            <a:extLst>
              <a:ext uri="{FF2B5EF4-FFF2-40B4-BE49-F238E27FC236}">
                <a16:creationId xmlns:a16="http://schemas.microsoft.com/office/drawing/2014/main" id="{60A7F60E-192A-BA59-9C22-129D23C4085D}"/>
              </a:ext>
            </a:extLst>
          </p:cNvPr>
          <p:cNvSpPr/>
          <p:nvPr/>
        </p:nvSpPr>
        <p:spPr>
          <a:xfrm rot="5400000">
            <a:off x="360000" y="360000"/>
            <a:ext cx="5490000" cy="549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直角三角形 45">
            <a:extLst>
              <a:ext uri="{FF2B5EF4-FFF2-40B4-BE49-F238E27FC236}">
                <a16:creationId xmlns:a16="http://schemas.microsoft.com/office/drawing/2014/main" id="{560C820B-8B2C-643D-58E1-0F568F1D3254}"/>
              </a:ext>
            </a:extLst>
          </p:cNvPr>
          <p:cNvSpPr/>
          <p:nvPr/>
        </p:nvSpPr>
        <p:spPr>
          <a:xfrm rot="5400000">
            <a:off x="360000" y="360000"/>
            <a:ext cx="5400000" cy="540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直角三角形 46">
            <a:extLst>
              <a:ext uri="{FF2B5EF4-FFF2-40B4-BE49-F238E27FC236}">
                <a16:creationId xmlns:a16="http://schemas.microsoft.com/office/drawing/2014/main" id="{AB00A848-AE73-A3D5-34D6-298090CED380}"/>
              </a:ext>
            </a:extLst>
          </p:cNvPr>
          <p:cNvSpPr/>
          <p:nvPr/>
        </p:nvSpPr>
        <p:spPr>
          <a:xfrm rot="5400000">
            <a:off x="360000" y="360000"/>
            <a:ext cx="5310000" cy="531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直角三角形 47">
            <a:extLst>
              <a:ext uri="{FF2B5EF4-FFF2-40B4-BE49-F238E27FC236}">
                <a16:creationId xmlns:a16="http://schemas.microsoft.com/office/drawing/2014/main" id="{974D46F2-D12B-C2CB-A104-0F2D6390A6D8}"/>
              </a:ext>
            </a:extLst>
          </p:cNvPr>
          <p:cNvSpPr/>
          <p:nvPr/>
        </p:nvSpPr>
        <p:spPr>
          <a:xfrm rot="5400000">
            <a:off x="360000" y="360000"/>
            <a:ext cx="5220000" cy="522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直角三角形 48">
            <a:extLst>
              <a:ext uri="{FF2B5EF4-FFF2-40B4-BE49-F238E27FC236}">
                <a16:creationId xmlns:a16="http://schemas.microsoft.com/office/drawing/2014/main" id="{186D3C5C-BE60-750A-020D-EA2411E3CBE0}"/>
              </a:ext>
            </a:extLst>
          </p:cNvPr>
          <p:cNvSpPr/>
          <p:nvPr/>
        </p:nvSpPr>
        <p:spPr>
          <a:xfrm rot="5400000">
            <a:off x="360000" y="360000"/>
            <a:ext cx="5130000" cy="513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直角三角形 49">
            <a:extLst>
              <a:ext uri="{FF2B5EF4-FFF2-40B4-BE49-F238E27FC236}">
                <a16:creationId xmlns:a16="http://schemas.microsoft.com/office/drawing/2014/main" id="{C329BC4D-AD32-3425-5B99-8DB8828DFED9}"/>
              </a:ext>
            </a:extLst>
          </p:cNvPr>
          <p:cNvSpPr/>
          <p:nvPr/>
        </p:nvSpPr>
        <p:spPr>
          <a:xfrm rot="5400000">
            <a:off x="360000" y="360000"/>
            <a:ext cx="5040000" cy="504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直角三角形 50">
            <a:extLst>
              <a:ext uri="{FF2B5EF4-FFF2-40B4-BE49-F238E27FC236}">
                <a16:creationId xmlns:a16="http://schemas.microsoft.com/office/drawing/2014/main" id="{1AA812B8-024B-DE13-47E4-1EB16572039A}"/>
              </a:ext>
            </a:extLst>
          </p:cNvPr>
          <p:cNvSpPr/>
          <p:nvPr/>
        </p:nvSpPr>
        <p:spPr>
          <a:xfrm rot="5400000">
            <a:off x="360000" y="360000"/>
            <a:ext cx="4950000" cy="495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直角三角形 51">
            <a:extLst>
              <a:ext uri="{FF2B5EF4-FFF2-40B4-BE49-F238E27FC236}">
                <a16:creationId xmlns:a16="http://schemas.microsoft.com/office/drawing/2014/main" id="{66DCA6F3-656E-D5F2-6175-AF7AD33D84C9}"/>
              </a:ext>
            </a:extLst>
          </p:cNvPr>
          <p:cNvSpPr/>
          <p:nvPr/>
        </p:nvSpPr>
        <p:spPr>
          <a:xfrm rot="5400000">
            <a:off x="360000" y="360000"/>
            <a:ext cx="4860000" cy="486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直角三角形 52">
            <a:extLst>
              <a:ext uri="{FF2B5EF4-FFF2-40B4-BE49-F238E27FC236}">
                <a16:creationId xmlns:a16="http://schemas.microsoft.com/office/drawing/2014/main" id="{3C6B0E1E-CD73-698D-3505-1A06380BFC5C}"/>
              </a:ext>
            </a:extLst>
          </p:cNvPr>
          <p:cNvSpPr/>
          <p:nvPr/>
        </p:nvSpPr>
        <p:spPr>
          <a:xfrm rot="5400000">
            <a:off x="360000" y="360000"/>
            <a:ext cx="4770000" cy="477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直角三角形 53">
            <a:extLst>
              <a:ext uri="{FF2B5EF4-FFF2-40B4-BE49-F238E27FC236}">
                <a16:creationId xmlns:a16="http://schemas.microsoft.com/office/drawing/2014/main" id="{489DB233-FCDA-A836-9564-8AF5F39C44B0}"/>
              </a:ext>
            </a:extLst>
          </p:cNvPr>
          <p:cNvSpPr/>
          <p:nvPr/>
        </p:nvSpPr>
        <p:spPr>
          <a:xfrm rot="5400000">
            <a:off x="360000" y="360000"/>
            <a:ext cx="4680000" cy="468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直角三角形 54">
            <a:extLst>
              <a:ext uri="{FF2B5EF4-FFF2-40B4-BE49-F238E27FC236}">
                <a16:creationId xmlns:a16="http://schemas.microsoft.com/office/drawing/2014/main" id="{6F8AA350-4703-D88F-C56C-D41C9080370B}"/>
              </a:ext>
            </a:extLst>
          </p:cNvPr>
          <p:cNvSpPr/>
          <p:nvPr/>
        </p:nvSpPr>
        <p:spPr>
          <a:xfrm rot="5400000">
            <a:off x="360000" y="360000"/>
            <a:ext cx="4590000" cy="459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直角三角形 55">
            <a:extLst>
              <a:ext uri="{FF2B5EF4-FFF2-40B4-BE49-F238E27FC236}">
                <a16:creationId xmlns:a16="http://schemas.microsoft.com/office/drawing/2014/main" id="{2471AA20-76AC-2407-D114-975EACFFE07F}"/>
              </a:ext>
            </a:extLst>
          </p:cNvPr>
          <p:cNvSpPr/>
          <p:nvPr/>
        </p:nvSpPr>
        <p:spPr>
          <a:xfrm rot="5400000">
            <a:off x="360000" y="360000"/>
            <a:ext cx="4500000" cy="450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直角三角形 56">
            <a:extLst>
              <a:ext uri="{FF2B5EF4-FFF2-40B4-BE49-F238E27FC236}">
                <a16:creationId xmlns:a16="http://schemas.microsoft.com/office/drawing/2014/main" id="{90221BDE-DF3B-B478-0058-1890D594AC06}"/>
              </a:ext>
            </a:extLst>
          </p:cNvPr>
          <p:cNvSpPr/>
          <p:nvPr/>
        </p:nvSpPr>
        <p:spPr>
          <a:xfrm rot="5400000">
            <a:off x="360000" y="360000"/>
            <a:ext cx="4410000" cy="441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直角三角形 57">
            <a:extLst>
              <a:ext uri="{FF2B5EF4-FFF2-40B4-BE49-F238E27FC236}">
                <a16:creationId xmlns:a16="http://schemas.microsoft.com/office/drawing/2014/main" id="{0468C070-FF43-D3CD-AA3B-E73A1B03E9D1}"/>
              </a:ext>
            </a:extLst>
          </p:cNvPr>
          <p:cNvSpPr/>
          <p:nvPr/>
        </p:nvSpPr>
        <p:spPr>
          <a:xfrm rot="5400000">
            <a:off x="360000" y="360000"/>
            <a:ext cx="4320000" cy="432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直角三角形 58">
            <a:extLst>
              <a:ext uri="{FF2B5EF4-FFF2-40B4-BE49-F238E27FC236}">
                <a16:creationId xmlns:a16="http://schemas.microsoft.com/office/drawing/2014/main" id="{902F53A6-0DFE-FAD4-8A90-D417E8BFC0A7}"/>
              </a:ext>
            </a:extLst>
          </p:cNvPr>
          <p:cNvSpPr/>
          <p:nvPr/>
        </p:nvSpPr>
        <p:spPr>
          <a:xfrm rot="5400000">
            <a:off x="360000" y="360000"/>
            <a:ext cx="4230000" cy="423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直角三角形 59">
            <a:extLst>
              <a:ext uri="{FF2B5EF4-FFF2-40B4-BE49-F238E27FC236}">
                <a16:creationId xmlns:a16="http://schemas.microsoft.com/office/drawing/2014/main" id="{EBB84B4A-3332-BF38-C2EF-1A82376D0BDA}"/>
              </a:ext>
            </a:extLst>
          </p:cNvPr>
          <p:cNvSpPr/>
          <p:nvPr/>
        </p:nvSpPr>
        <p:spPr>
          <a:xfrm rot="5400000">
            <a:off x="360000" y="360000"/>
            <a:ext cx="4140000" cy="414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直角三角形 60">
            <a:extLst>
              <a:ext uri="{FF2B5EF4-FFF2-40B4-BE49-F238E27FC236}">
                <a16:creationId xmlns:a16="http://schemas.microsoft.com/office/drawing/2014/main" id="{39739996-4F54-3DE0-CDAB-C47DDC38184D}"/>
              </a:ext>
            </a:extLst>
          </p:cNvPr>
          <p:cNvSpPr/>
          <p:nvPr/>
        </p:nvSpPr>
        <p:spPr>
          <a:xfrm rot="5400000">
            <a:off x="360000" y="360000"/>
            <a:ext cx="4050000" cy="405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直角三角形 61">
            <a:extLst>
              <a:ext uri="{FF2B5EF4-FFF2-40B4-BE49-F238E27FC236}">
                <a16:creationId xmlns:a16="http://schemas.microsoft.com/office/drawing/2014/main" id="{13221071-3127-C6C7-48C9-D89A31E62BC0}"/>
              </a:ext>
            </a:extLst>
          </p:cNvPr>
          <p:cNvSpPr/>
          <p:nvPr/>
        </p:nvSpPr>
        <p:spPr>
          <a:xfrm rot="5400000">
            <a:off x="360000" y="360000"/>
            <a:ext cx="3960000" cy="396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直角三角形 62">
            <a:extLst>
              <a:ext uri="{FF2B5EF4-FFF2-40B4-BE49-F238E27FC236}">
                <a16:creationId xmlns:a16="http://schemas.microsoft.com/office/drawing/2014/main" id="{419CD65B-8900-E675-1486-1A9D203A9331}"/>
              </a:ext>
            </a:extLst>
          </p:cNvPr>
          <p:cNvSpPr/>
          <p:nvPr/>
        </p:nvSpPr>
        <p:spPr>
          <a:xfrm rot="5400000">
            <a:off x="360000" y="360000"/>
            <a:ext cx="3870000" cy="387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直角三角形 63">
            <a:extLst>
              <a:ext uri="{FF2B5EF4-FFF2-40B4-BE49-F238E27FC236}">
                <a16:creationId xmlns:a16="http://schemas.microsoft.com/office/drawing/2014/main" id="{A6FD9F11-397B-171C-E860-8B8CF9392AB8}"/>
              </a:ext>
            </a:extLst>
          </p:cNvPr>
          <p:cNvSpPr/>
          <p:nvPr/>
        </p:nvSpPr>
        <p:spPr>
          <a:xfrm rot="5400000">
            <a:off x="360000" y="360000"/>
            <a:ext cx="3780000" cy="378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直角三角形 64">
            <a:extLst>
              <a:ext uri="{FF2B5EF4-FFF2-40B4-BE49-F238E27FC236}">
                <a16:creationId xmlns:a16="http://schemas.microsoft.com/office/drawing/2014/main" id="{B4B9E788-1A37-2A79-39DA-85D8747CDF5A}"/>
              </a:ext>
            </a:extLst>
          </p:cNvPr>
          <p:cNvSpPr/>
          <p:nvPr/>
        </p:nvSpPr>
        <p:spPr>
          <a:xfrm rot="5400000">
            <a:off x="360000" y="360000"/>
            <a:ext cx="3690000" cy="369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直角三角形 65">
            <a:extLst>
              <a:ext uri="{FF2B5EF4-FFF2-40B4-BE49-F238E27FC236}">
                <a16:creationId xmlns:a16="http://schemas.microsoft.com/office/drawing/2014/main" id="{48683E24-7B05-6813-0BCC-31CF7296A3F3}"/>
              </a:ext>
            </a:extLst>
          </p:cNvPr>
          <p:cNvSpPr/>
          <p:nvPr/>
        </p:nvSpPr>
        <p:spPr>
          <a:xfrm rot="5400000">
            <a:off x="360000" y="360000"/>
            <a:ext cx="3600000" cy="360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直角三角形 67">
            <a:extLst>
              <a:ext uri="{FF2B5EF4-FFF2-40B4-BE49-F238E27FC236}">
                <a16:creationId xmlns:a16="http://schemas.microsoft.com/office/drawing/2014/main" id="{7A4F5906-2F6A-52B6-69EA-91FBAAF6C251}"/>
              </a:ext>
            </a:extLst>
          </p:cNvPr>
          <p:cNvSpPr/>
          <p:nvPr/>
        </p:nvSpPr>
        <p:spPr>
          <a:xfrm rot="5400000">
            <a:off x="360000" y="360000"/>
            <a:ext cx="3510000" cy="351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直角三角形 70">
            <a:extLst>
              <a:ext uri="{FF2B5EF4-FFF2-40B4-BE49-F238E27FC236}">
                <a16:creationId xmlns:a16="http://schemas.microsoft.com/office/drawing/2014/main" id="{A66512A0-226A-8AFE-A441-71AA76F8FE48}"/>
              </a:ext>
            </a:extLst>
          </p:cNvPr>
          <p:cNvSpPr/>
          <p:nvPr/>
        </p:nvSpPr>
        <p:spPr>
          <a:xfrm rot="5400000">
            <a:off x="360000" y="360000"/>
            <a:ext cx="3420000" cy="342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直角三角形 71">
            <a:extLst>
              <a:ext uri="{FF2B5EF4-FFF2-40B4-BE49-F238E27FC236}">
                <a16:creationId xmlns:a16="http://schemas.microsoft.com/office/drawing/2014/main" id="{4F7AA815-8B02-0051-4911-F21E4B6DF214}"/>
              </a:ext>
            </a:extLst>
          </p:cNvPr>
          <p:cNvSpPr/>
          <p:nvPr/>
        </p:nvSpPr>
        <p:spPr>
          <a:xfrm rot="5400000">
            <a:off x="360000" y="360000"/>
            <a:ext cx="3330000" cy="333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直角三角形 72">
            <a:extLst>
              <a:ext uri="{FF2B5EF4-FFF2-40B4-BE49-F238E27FC236}">
                <a16:creationId xmlns:a16="http://schemas.microsoft.com/office/drawing/2014/main" id="{BA287BC4-5C99-F30D-F8F7-5266B1774F87}"/>
              </a:ext>
            </a:extLst>
          </p:cNvPr>
          <p:cNvSpPr/>
          <p:nvPr/>
        </p:nvSpPr>
        <p:spPr>
          <a:xfrm rot="5400000">
            <a:off x="360000" y="360000"/>
            <a:ext cx="3240000" cy="324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直角三角形 73">
            <a:extLst>
              <a:ext uri="{FF2B5EF4-FFF2-40B4-BE49-F238E27FC236}">
                <a16:creationId xmlns:a16="http://schemas.microsoft.com/office/drawing/2014/main" id="{D57A24CC-66C3-7866-3E6B-47BCB4E9F1A8}"/>
              </a:ext>
            </a:extLst>
          </p:cNvPr>
          <p:cNvSpPr/>
          <p:nvPr/>
        </p:nvSpPr>
        <p:spPr>
          <a:xfrm rot="5400000">
            <a:off x="360000" y="360000"/>
            <a:ext cx="3150000" cy="315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直角三角形 74">
            <a:extLst>
              <a:ext uri="{FF2B5EF4-FFF2-40B4-BE49-F238E27FC236}">
                <a16:creationId xmlns:a16="http://schemas.microsoft.com/office/drawing/2014/main" id="{A63EE630-C30F-01A4-CD95-411E0CC43029}"/>
              </a:ext>
            </a:extLst>
          </p:cNvPr>
          <p:cNvSpPr/>
          <p:nvPr/>
        </p:nvSpPr>
        <p:spPr>
          <a:xfrm rot="5400000">
            <a:off x="360000" y="360000"/>
            <a:ext cx="3060000" cy="306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直角三角形 75">
            <a:extLst>
              <a:ext uri="{FF2B5EF4-FFF2-40B4-BE49-F238E27FC236}">
                <a16:creationId xmlns:a16="http://schemas.microsoft.com/office/drawing/2014/main" id="{396F0FF7-194B-9E6D-2C85-D813D8A0D3D9}"/>
              </a:ext>
            </a:extLst>
          </p:cNvPr>
          <p:cNvSpPr/>
          <p:nvPr/>
        </p:nvSpPr>
        <p:spPr>
          <a:xfrm rot="5400000">
            <a:off x="360000" y="360000"/>
            <a:ext cx="2970000" cy="297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直角三角形 76">
            <a:extLst>
              <a:ext uri="{FF2B5EF4-FFF2-40B4-BE49-F238E27FC236}">
                <a16:creationId xmlns:a16="http://schemas.microsoft.com/office/drawing/2014/main" id="{B111365D-96B6-23BD-501E-8DED30018414}"/>
              </a:ext>
            </a:extLst>
          </p:cNvPr>
          <p:cNvSpPr/>
          <p:nvPr/>
        </p:nvSpPr>
        <p:spPr>
          <a:xfrm rot="5400000">
            <a:off x="360000" y="360000"/>
            <a:ext cx="2880000" cy="288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直角三角形 77">
            <a:extLst>
              <a:ext uri="{FF2B5EF4-FFF2-40B4-BE49-F238E27FC236}">
                <a16:creationId xmlns:a16="http://schemas.microsoft.com/office/drawing/2014/main" id="{BAC1084D-F460-91BC-B2E1-7BD2C5AF79B2}"/>
              </a:ext>
            </a:extLst>
          </p:cNvPr>
          <p:cNvSpPr/>
          <p:nvPr/>
        </p:nvSpPr>
        <p:spPr>
          <a:xfrm rot="5400000">
            <a:off x="360000" y="360000"/>
            <a:ext cx="2790000" cy="279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直角三角形 78">
            <a:extLst>
              <a:ext uri="{FF2B5EF4-FFF2-40B4-BE49-F238E27FC236}">
                <a16:creationId xmlns:a16="http://schemas.microsoft.com/office/drawing/2014/main" id="{3487CAFE-B0AE-60FE-6F4D-A585D6EE7AB5}"/>
              </a:ext>
            </a:extLst>
          </p:cNvPr>
          <p:cNvSpPr/>
          <p:nvPr/>
        </p:nvSpPr>
        <p:spPr>
          <a:xfrm rot="5400000">
            <a:off x="360000" y="360000"/>
            <a:ext cx="2700000" cy="270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直角三角形 79">
            <a:extLst>
              <a:ext uri="{FF2B5EF4-FFF2-40B4-BE49-F238E27FC236}">
                <a16:creationId xmlns:a16="http://schemas.microsoft.com/office/drawing/2014/main" id="{4B46F7B6-B324-4362-B42A-11567667CC67}"/>
              </a:ext>
            </a:extLst>
          </p:cNvPr>
          <p:cNvSpPr/>
          <p:nvPr/>
        </p:nvSpPr>
        <p:spPr>
          <a:xfrm rot="5400000">
            <a:off x="360000" y="360000"/>
            <a:ext cx="2610000" cy="261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直角三角形 80">
            <a:extLst>
              <a:ext uri="{FF2B5EF4-FFF2-40B4-BE49-F238E27FC236}">
                <a16:creationId xmlns:a16="http://schemas.microsoft.com/office/drawing/2014/main" id="{02E24369-B2F5-D36D-8A52-7B0BB01C1BA2}"/>
              </a:ext>
            </a:extLst>
          </p:cNvPr>
          <p:cNvSpPr/>
          <p:nvPr/>
        </p:nvSpPr>
        <p:spPr>
          <a:xfrm rot="5400000">
            <a:off x="360000" y="360000"/>
            <a:ext cx="2520000" cy="252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直角三角形 81">
            <a:extLst>
              <a:ext uri="{FF2B5EF4-FFF2-40B4-BE49-F238E27FC236}">
                <a16:creationId xmlns:a16="http://schemas.microsoft.com/office/drawing/2014/main" id="{1FF9D780-ACCE-BB65-8EE7-2304C7A1D428}"/>
              </a:ext>
            </a:extLst>
          </p:cNvPr>
          <p:cNvSpPr/>
          <p:nvPr/>
        </p:nvSpPr>
        <p:spPr>
          <a:xfrm rot="5400000">
            <a:off x="360000" y="360000"/>
            <a:ext cx="2430000" cy="243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直角三角形 82">
            <a:extLst>
              <a:ext uri="{FF2B5EF4-FFF2-40B4-BE49-F238E27FC236}">
                <a16:creationId xmlns:a16="http://schemas.microsoft.com/office/drawing/2014/main" id="{9AE995FC-D0C3-197C-2DD6-1EC882DA61BD}"/>
              </a:ext>
            </a:extLst>
          </p:cNvPr>
          <p:cNvSpPr/>
          <p:nvPr/>
        </p:nvSpPr>
        <p:spPr>
          <a:xfrm rot="5400000">
            <a:off x="360000" y="360000"/>
            <a:ext cx="2340000" cy="234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直角三角形 83">
            <a:extLst>
              <a:ext uri="{FF2B5EF4-FFF2-40B4-BE49-F238E27FC236}">
                <a16:creationId xmlns:a16="http://schemas.microsoft.com/office/drawing/2014/main" id="{73A0C83B-998D-06C3-D436-7D03A01F4AB2}"/>
              </a:ext>
            </a:extLst>
          </p:cNvPr>
          <p:cNvSpPr/>
          <p:nvPr/>
        </p:nvSpPr>
        <p:spPr>
          <a:xfrm rot="5400000">
            <a:off x="360000" y="360000"/>
            <a:ext cx="2250000" cy="225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直角三角形 84">
            <a:extLst>
              <a:ext uri="{FF2B5EF4-FFF2-40B4-BE49-F238E27FC236}">
                <a16:creationId xmlns:a16="http://schemas.microsoft.com/office/drawing/2014/main" id="{1CC2D72F-4CF3-2DE4-2129-A1607CD8C1BB}"/>
              </a:ext>
            </a:extLst>
          </p:cNvPr>
          <p:cNvSpPr/>
          <p:nvPr/>
        </p:nvSpPr>
        <p:spPr>
          <a:xfrm rot="5400000">
            <a:off x="360000" y="360000"/>
            <a:ext cx="2160000" cy="216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直角三角形 85">
            <a:extLst>
              <a:ext uri="{FF2B5EF4-FFF2-40B4-BE49-F238E27FC236}">
                <a16:creationId xmlns:a16="http://schemas.microsoft.com/office/drawing/2014/main" id="{658E3BC2-99A1-0F26-FC03-6225E916C557}"/>
              </a:ext>
            </a:extLst>
          </p:cNvPr>
          <p:cNvSpPr/>
          <p:nvPr/>
        </p:nvSpPr>
        <p:spPr>
          <a:xfrm rot="5400000">
            <a:off x="360000" y="360000"/>
            <a:ext cx="2070000" cy="207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直角三角形 86">
            <a:extLst>
              <a:ext uri="{FF2B5EF4-FFF2-40B4-BE49-F238E27FC236}">
                <a16:creationId xmlns:a16="http://schemas.microsoft.com/office/drawing/2014/main" id="{B1BA093F-21B6-7988-AE27-A33D1942410D}"/>
              </a:ext>
            </a:extLst>
          </p:cNvPr>
          <p:cNvSpPr/>
          <p:nvPr/>
        </p:nvSpPr>
        <p:spPr>
          <a:xfrm rot="5400000">
            <a:off x="360000" y="360000"/>
            <a:ext cx="1980000" cy="198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直角三角形 87">
            <a:extLst>
              <a:ext uri="{FF2B5EF4-FFF2-40B4-BE49-F238E27FC236}">
                <a16:creationId xmlns:a16="http://schemas.microsoft.com/office/drawing/2014/main" id="{217822C4-C81E-C21B-5D18-DFF3D2334ADA}"/>
              </a:ext>
            </a:extLst>
          </p:cNvPr>
          <p:cNvSpPr/>
          <p:nvPr/>
        </p:nvSpPr>
        <p:spPr>
          <a:xfrm rot="5400000">
            <a:off x="360000" y="360000"/>
            <a:ext cx="1890000" cy="189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直角三角形 88">
            <a:extLst>
              <a:ext uri="{FF2B5EF4-FFF2-40B4-BE49-F238E27FC236}">
                <a16:creationId xmlns:a16="http://schemas.microsoft.com/office/drawing/2014/main" id="{DB0C7AFA-DD1B-1EC1-E18E-A94119AB45A5}"/>
              </a:ext>
            </a:extLst>
          </p:cNvPr>
          <p:cNvSpPr/>
          <p:nvPr/>
        </p:nvSpPr>
        <p:spPr>
          <a:xfrm rot="5400000">
            <a:off x="360000" y="360000"/>
            <a:ext cx="1800000" cy="180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直角三角形 89">
            <a:extLst>
              <a:ext uri="{FF2B5EF4-FFF2-40B4-BE49-F238E27FC236}">
                <a16:creationId xmlns:a16="http://schemas.microsoft.com/office/drawing/2014/main" id="{7C34BE4E-F044-D8FA-D4A4-EFF872F2BA8C}"/>
              </a:ext>
            </a:extLst>
          </p:cNvPr>
          <p:cNvSpPr/>
          <p:nvPr/>
        </p:nvSpPr>
        <p:spPr>
          <a:xfrm rot="5400000">
            <a:off x="360000" y="360000"/>
            <a:ext cx="1710000" cy="171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直角三角形 90">
            <a:extLst>
              <a:ext uri="{FF2B5EF4-FFF2-40B4-BE49-F238E27FC236}">
                <a16:creationId xmlns:a16="http://schemas.microsoft.com/office/drawing/2014/main" id="{95A6857E-B84B-1BFB-752A-2FD275DA913D}"/>
              </a:ext>
            </a:extLst>
          </p:cNvPr>
          <p:cNvSpPr/>
          <p:nvPr/>
        </p:nvSpPr>
        <p:spPr>
          <a:xfrm rot="5400000">
            <a:off x="360000" y="360000"/>
            <a:ext cx="1620000" cy="162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直角三角形 91">
            <a:extLst>
              <a:ext uri="{FF2B5EF4-FFF2-40B4-BE49-F238E27FC236}">
                <a16:creationId xmlns:a16="http://schemas.microsoft.com/office/drawing/2014/main" id="{9A91460E-7BB9-434B-E0E3-345D36D6B85D}"/>
              </a:ext>
            </a:extLst>
          </p:cNvPr>
          <p:cNvSpPr/>
          <p:nvPr/>
        </p:nvSpPr>
        <p:spPr>
          <a:xfrm rot="5400000">
            <a:off x="360000" y="360000"/>
            <a:ext cx="1530000" cy="153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直角三角形 92">
            <a:extLst>
              <a:ext uri="{FF2B5EF4-FFF2-40B4-BE49-F238E27FC236}">
                <a16:creationId xmlns:a16="http://schemas.microsoft.com/office/drawing/2014/main" id="{7157603C-8E44-EAC8-BF82-1F417F3A5FE8}"/>
              </a:ext>
            </a:extLst>
          </p:cNvPr>
          <p:cNvSpPr/>
          <p:nvPr/>
        </p:nvSpPr>
        <p:spPr>
          <a:xfrm rot="5400000">
            <a:off x="360000" y="360000"/>
            <a:ext cx="1440000" cy="144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直角三角形 93">
            <a:extLst>
              <a:ext uri="{FF2B5EF4-FFF2-40B4-BE49-F238E27FC236}">
                <a16:creationId xmlns:a16="http://schemas.microsoft.com/office/drawing/2014/main" id="{568447EE-16DB-A8B9-BEA3-EA6EBA853B90}"/>
              </a:ext>
            </a:extLst>
          </p:cNvPr>
          <p:cNvSpPr/>
          <p:nvPr/>
        </p:nvSpPr>
        <p:spPr>
          <a:xfrm rot="5400000">
            <a:off x="360000" y="360000"/>
            <a:ext cx="1350000" cy="135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直角三角形 94">
            <a:extLst>
              <a:ext uri="{FF2B5EF4-FFF2-40B4-BE49-F238E27FC236}">
                <a16:creationId xmlns:a16="http://schemas.microsoft.com/office/drawing/2014/main" id="{1336A13E-FEAC-E01A-1F61-9AC610C40F20}"/>
              </a:ext>
            </a:extLst>
          </p:cNvPr>
          <p:cNvSpPr/>
          <p:nvPr/>
        </p:nvSpPr>
        <p:spPr>
          <a:xfrm rot="5400000">
            <a:off x="360000" y="360000"/>
            <a:ext cx="1260000" cy="126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直角三角形 95">
            <a:extLst>
              <a:ext uri="{FF2B5EF4-FFF2-40B4-BE49-F238E27FC236}">
                <a16:creationId xmlns:a16="http://schemas.microsoft.com/office/drawing/2014/main" id="{EFBF24E2-8624-0E4B-5500-A9DFFE9B00C6}"/>
              </a:ext>
            </a:extLst>
          </p:cNvPr>
          <p:cNvSpPr/>
          <p:nvPr/>
        </p:nvSpPr>
        <p:spPr>
          <a:xfrm rot="5400000">
            <a:off x="360000" y="360000"/>
            <a:ext cx="1170000" cy="117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直角三角形 96">
            <a:extLst>
              <a:ext uri="{FF2B5EF4-FFF2-40B4-BE49-F238E27FC236}">
                <a16:creationId xmlns:a16="http://schemas.microsoft.com/office/drawing/2014/main" id="{526DBCA1-E6F9-1819-6690-700959810D8C}"/>
              </a:ext>
            </a:extLst>
          </p:cNvPr>
          <p:cNvSpPr/>
          <p:nvPr/>
        </p:nvSpPr>
        <p:spPr>
          <a:xfrm rot="5400000">
            <a:off x="360000" y="360000"/>
            <a:ext cx="1080000" cy="108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直角三角形 97">
            <a:extLst>
              <a:ext uri="{FF2B5EF4-FFF2-40B4-BE49-F238E27FC236}">
                <a16:creationId xmlns:a16="http://schemas.microsoft.com/office/drawing/2014/main" id="{E425A454-6E91-9297-0B82-D05F2B21C7C3}"/>
              </a:ext>
            </a:extLst>
          </p:cNvPr>
          <p:cNvSpPr/>
          <p:nvPr/>
        </p:nvSpPr>
        <p:spPr>
          <a:xfrm rot="5400000">
            <a:off x="360000" y="360000"/>
            <a:ext cx="990000" cy="99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直角三角形 98">
            <a:extLst>
              <a:ext uri="{FF2B5EF4-FFF2-40B4-BE49-F238E27FC236}">
                <a16:creationId xmlns:a16="http://schemas.microsoft.com/office/drawing/2014/main" id="{003B302F-1E85-8A00-EC02-B6130B3125CB}"/>
              </a:ext>
            </a:extLst>
          </p:cNvPr>
          <p:cNvSpPr/>
          <p:nvPr/>
        </p:nvSpPr>
        <p:spPr>
          <a:xfrm rot="5400000">
            <a:off x="360000" y="360000"/>
            <a:ext cx="900000" cy="90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直角三角形 99">
            <a:extLst>
              <a:ext uri="{FF2B5EF4-FFF2-40B4-BE49-F238E27FC236}">
                <a16:creationId xmlns:a16="http://schemas.microsoft.com/office/drawing/2014/main" id="{FB62E721-FD17-0EE1-1DC7-31E571BC8CFB}"/>
              </a:ext>
            </a:extLst>
          </p:cNvPr>
          <p:cNvSpPr/>
          <p:nvPr/>
        </p:nvSpPr>
        <p:spPr>
          <a:xfrm rot="5400000">
            <a:off x="360000" y="360069"/>
            <a:ext cx="810000" cy="81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直角三角形 100">
            <a:extLst>
              <a:ext uri="{FF2B5EF4-FFF2-40B4-BE49-F238E27FC236}">
                <a16:creationId xmlns:a16="http://schemas.microsoft.com/office/drawing/2014/main" id="{6F0CBC20-DACF-70AC-FF59-5BA8436F6CF0}"/>
              </a:ext>
            </a:extLst>
          </p:cNvPr>
          <p:cNvSpPr/>
          <p:nvPr/>
        </p:nvSpPr>
        <p:spPr>
          <a:xfrm rot="5400000">
            <a:off x="360000" y="360000"/>
            <a:ext cx="720000" cy="72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直角三角形 101">
            <a:extLst>
              <a:ext uri="{FF2B5EF4-FFF2-40B4-BE49-F238E27FC236}">
                <a16:creationId xmlns:a16="http://schemas.microsoft.com/office/drawing/2014/main" id="{8F52F3BB-7808-450F-B868-67A806A8046B}"/>
              </a:ext>
            </a:extLst>
          </p:cNvPr>
          <p:cNvSpPr/>
          <p:nvPr/>
        </p:nvSpPr>
        <p:spPr>
          <a:xfrm rot="5400000">
            <a:off x="360000" y="360000"/>
            <a:ext cx="630000" cy="63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直角三角形 102">
            <a:extLst>
              <a:ext uri="{FF2B5EF4-FFF2-40B4-BE49-F238E27FC236}">
                <a16:creationId xmlns:a16="http://schemas.microsoft.com/office/drawing/2014/main" id="{5C2C974E-3748-72B0-7605-B368F09106B4}"/>
              </a:ext>
            </a:extLst>
          </p:cNvPr>
          <p:cNvSpPr/>
          <p:nvPr/>
        </p:nvSpPr>
        <p:spPr>
          <a:xfrm rot="5400000">
            <a:off x="360000" y="360000"/>
            <a:ext cx="540000" cy="54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直角三角形 103">
            <a:extLst>
              <a:ext uri="{FF2B5EF4-FFF2-40B4-BE49-F238E27FC236}">
                <a16:creationId xmlns:a16="http://schemas.microsoft.com/office/drawing/2014/main" id="{3B273896-E7CB-FF0B-7DC3-8EBB44C092EB}"/>
              </a:ext>
            </a:extLst>
          </p:cNvPr>
          <p:cNvSpPr/>
          <p:nvPr/>
        </p:nvSpPr>
        <p:spPr>
          <a:xfrm rot="5400000">
            <a:off x="360000" y="360000"/>
            <a:ext cx="450000" cy="45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直角三角形 104">
            <a:extLst>
              <a:ext uri="{FF2B5EF4-FFF2-40B4-BE49-F238E27FC236}">
                <a16:creationId xmlns:a16="http://schemas.microsoft.com/office/drawing/2014/main" id="{15404AD9-3773-8AA4-51A2-FDB1735F05DF}"/>
              </a:ext>
            </a:extLst>
          </p:cNvPr>
          <p:cNvSpPr/>
          <p:nvPr/>
        </p:nvSpPr>
        <p:spPr>
          <a:xfrm rot="5400000">
            <a:off x="360000" y="360000"/>
            <a:ext cx="360000" cy="36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直角三角形 105">
            <a:extLst>
              <a:ext uri="{FF2B5EF4-FFF2-40B4-BE49-F238E27FC236}">
                <a16:creationId xmlns:a16="http://schemas.microsoft.com/office/drawing/2014/main" id="{D2F774AA-E41D-387F-3F43-08FB9DDB235C}"/>
              </a:ext>
            </a:extLst>
          </p:cNvPr>
          <p:cNvSpPr/>
          <p:nvPr/>
        </p:nvSpPr>
        <p:spPr>
          <a:xfrm rot="5400000">
            <a:off x="360000" y="360000"/>
            <a:ext cx="270000" cy="27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直角三角形 109">
            <a:extLst>
              <a:ext uri="{FF2B5EF4-FFF2-40B4-BE49-F238E27FC236}">
                <a16:creationId xmlns:a16="http://schemas.microsoft.com/office/drawing/2014/main" id="{EF7B7A5E-C77C-E2DB-0C95-D7ECCE841D7C}"/>
              </a:ext>
            </a:extLst>
          </p:cNvPr>
          <p:cNvSpPr/>
          <p:nvPr/>
        </p:nvSpPr>
        <p:spPr>
          <a:xfrm rot="5400000">
            <a:off x="360000" y="360000"/>
            <a:ext cx="180000" cy="18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直角三角形 110">
            <a:extLst>
              <a:ext uri="{FF2B5EF4-FFF2-40B4-BE49-F238E27FC236}">
                <a16:creationId xmlns:a16="http://schemas.microsoft.com/office/drawing/2014/main" id="{1EEA048D-CDE6-A017-E222-52CD51B4F68E}"/>
              </a:ext>
            </a:extLst>
          </p:cNvPr>
          <p:cNvSpPr/>
          <p:nvPr/>
        </p:nvSpPr>
        <p:spPr>
          <a:xfrm rot="5400000">
            <a:off x="360000" y="360000"/>
            <a:ext cx="90000" cy="9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9" name="直角三角形 178">
            <a:extLst>
              <a:ext uri="{FF2B5EF4-FFF2-40B4-BE49-F238E27FC236}">
                <a16:creationId xmlns:a16="http://schemas.microsoft.com/office/drawing/2014/main" id="{9163E318-796C-092B-2E66-C44BD82CB32B}"/>
              </a:ext>
            </a:extLst>
          </p:cNvPr>
          <p:cNvSpPr/>
          <p:nvPr/>
        </p:nvSpPr>
        <p:spPr>
          <a:xfrm rot="5400000">
            <a:off x="6342002" y="363669"/>
            <a:ext cx="5670000" cy="567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0" name="直角三角形 179">
            <a:extLst>
              <a:ext uri="{FF2B5EF4-FFF2-40B4-BE49-F238E27FC236}">
                <a16:creationId xmlns:a16="http://schemas.microsoft.com/office/drawing/2014/main" id="{2B7FF44A-B13D-522C-4E92-0EDDA8E4A341}"/>
              </a:ext>
            </a:extLst>
          </p:cNvPr>
          <p:cNvSpPr/>
          <p:nvPr/>
        </p:nvSpPr>
        <p:spPr>
          <a:xfrm rot="5400000">
            <a:off x="6342002" y="363669"/>
            <a:ext cx="5580000" cy="558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1" name="直角三角形 180">
            <a:extLst>
              <a:ext uri="{FF2B5EF4-FFF2-40B4-BE49-F238E27FC236}">
                <a16:creationId xmlns:a16="http://schemas.microsoft.com/office/drawing/2014/main" id="{4C642F07-E23C-0C09-C29F-8DE737811BFD}"/>
              </a:ext>
            </a:extLst>
          </p:cNvPr>
          <p:cNvSpPr/>
          <p:nvPr/>
        </p:nvSpPr>
        <p:spPr>
          <a:xfrm rot="5400000">
            <a:off x="6342002" y="363669"/>
            <a:ext cx="5490000" cy="549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2" name="直角三角形 181">
            <a:extLst>
              <a:ext uri="{FF2B5EF4-FFF2-40B4-BE49-F238E27FC236}">
                <a16:creationId xmlns:a16="http://schemas.microsoft.com/office/drawing/2014/main" id="{832E64EC-BCA2-78A3-35FF-10959BD967EF}"/>
              </a:ext>
            </a:extLst>
          </p:cNvPr>
          <p:cNvSpPr/>
          <p:nvPr/>
        </p:nvSpPr>
        <p:spPr>
          <a:xfrm rot="5400000">
            <a:off x="6342002" y="363669"/>
            <a:ext cx="5400000" cy="540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3" name="直角三角形 182">
            <a:extLst>
              <a:ext uri="{FF2B5EF4-FFF2-40B4-BE49-F238E27FC236}">
                <a16:creationId xmlns:a16="http://schemas.microsoft.com/office/drawing/2014/main" id="{85786DDF-26AA-2B62-0096-A6FFF12DB4B0}"/>
              </a:ext>
            </a:extLst>
          </p:cNvPr>
          <p:cNvSpPr/>
          <p:nvPr/>
        </p:nvSpPr>
        <p:spPr>
          <a:xfrm rot="5400000">
            <a:off x="6342002" y="363669"/>
            <a:ext cx="5310000" cy="531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4" name="直角三角形 183">
            <a:extLst>
              <a:ext uri="{FF2B5EF4-FFF2-40B4-BE49-F238E27FC236}">
                <a16:creationId xmlns:a16="http://schemas.microsoft.com/office/drawing/2014/main" id="{AF7D96B9-FC02-D25F-71F2-FECE126DC913}"/>
              </a:ext>
            </a:extLst>
          </p:cNvPr>
          <p:cNvSpPr/>
          <p:nvPr/>
        </p:nvSpPr>
        <p:spPr>
          <a:xfrm rot="5400000">
            <a:off x="6342002" y="363669"/>
            <a:ext cx="5220000" cy="522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5" name="直角三角形 184">
            <a:extLst>
              <a:ext uri="{FF2B5EF4-FFF2-40B4-BE49-F238E27FC236}">
                <a16:creationId xmlns:a16="http://schemas.microsoft.com/office/drawing/2014/main" id="{7D9DC6B0-A24D-4299-2B65-3FEA3824838C}"/>
              </a:ext>
            </a:extLst>
          </p:cNvPr>
          <p:cNvSpPr/>
          <p:nvPr/>
        </p:nvSpPr>
        <p:spPr>
          <a:xfrm rot="5400000">
            <a:off x="6342002" y="363669"/>
            <a:ext cx="5130000" cy="513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6" name="直角三角形 185">
            <a:extLst>
              <a:ext uri="{FF2B5EF4-FFF2-40B4-BE49-F238E27FC236}">
                <a16:creationId xmlns:a16="http://schemas.microsoft.com/office/drawing/2014/main" id="{7CEEC1C3-9A39-0424-1C17-47DE885BCFD0}"/>
              </a:ext>
            </a:extLst>
          </p:cNvPr>
          <p:cNvSpPr/>
          <p:nvPr/>
        </p:nvSpPr>
        <p:spPr>
          <a:xfrm rot="5400000">
            <a:off x="6342002" y="363669"/>
            <a:ext cx="5040000" cy="504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7" name="直角三角形 186">
            <a:extLst>
              <a:ext uri="{FF2B5EF4-FFF2-40B4-BE49-F238E27FC236}">
                <a16:creationId xmlns:a16="http://schemas.microsoft.com/office/drawing/2014/main" id="{D4B87472-9B87-4CC2-36BE-E080B2986693}"/>
              </a:ext>
            </a:extLst>
          </p:cNvPr>
          <p:cNvSpPr/>
          <p:nvPr/>
        </p:nvSpPr>
        <p:spPr>
          <a:xfrm rot="5400000">
            <a:off x="6342002" y="363669"/>
            <a:ext cx="4950000" cy="495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8" name="直角三角形 187">
            <a:extLst>
              <a:ext uri="{FF2B5EF4-FFF2-40B4-BE49-F238E27FC236}">
                <a16:creationId xmlns:a16="http://schemas.microsoft.com/office/drawing/2014/main" id="{87F818F1-BBB1-AACE-32D5-376886F22542}"/>
              </a:ext>
            </a:extLst>
          </p:cNvPr>
          <p:cNvSpPr/>
          <p:nvPr/>
        </p:nvSpPr>
        <p:spPr>
          <a:xfrm rot="5400000">
            <a:off x="6342002" y="363669"/>
            <a:ext cx="4860000" cy="486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9" name="直角三角形 188">
            <a:extLst>
              <a:ext uri="{FF2B5EF4-FFF2-40B4-BE49-F238E27FC236}">
                <a16:creationId xmlns:a16="http://schemas.microsoft.com/office/drawing/2014/main" id="{BFD604A0-5348-F136-25CC-AD2998DB091D}"/>
              </a:ext>
            </a:extLst>
          </p:cNvPr>
          <p:cNvSpPr/>
          <p:nvPr/>
        </p:nvSpPr>
        <p:spPr>
          <a:xfrm rot="5400000">
            <a:off x="6342002" y="363669"/>
            <a:ext cx="4770000" cy="477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0" name="直角三角形 189">
            <a:extLst>
              <a:ext uri="{FF2B5EF4-FFF2-40B4-BE49-F238E27FC236}">
                <a16:creationId xmlns:a16="http://schemas.microsoft.com/office/drawing/2014/main" id="{F16FB875-F9EC-5851-7055-3B1D68306C76}"/>
              </a:ext>
            </a:extLst>
          </p:cNvPr>
          <p:cNvSpPr/>
          <p:nvPr/>
        </p:nvSpPr>
        <p:spPr>
          <a:xfrm rot="5400000">
            <a:off x="6342002" y="363669"/>
            <a:ext cx="4680000" cy="468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1" name="直角三角形 190">
            <a:extLst>
              <a:ext uri="{FF2B5EF4-FFF2-40B4-BE49-F238E27FC236}">
                <a16:creationId xmlns:a16="http://schemas.microsoft.com/office/drawing/2014/main" id="{849DF1EF-9B3E-471D-BEC3-8F2E83105C21}"/>
              </a:ext>
            </a:extLst>
          </p:cNvPr>
          <p:cNvSpPr/>
          <p:nvPr/>
        </p:nvSpPr>
        <p:spPr>
          <a:xfrm rot="5400000">
            <a:off x="6342002" y="363669"/>
            <a:ext cx="4590000" cy="459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2" name="直角三角形 191">
            <a:extLst>
              <a:ext uri="{FF2B5EF4-FFF2-40B4-BE49-F238E27FC236}">
                <a16:creationId xmlns:a16="http://schemas.microsoft.com/office/drawing/2014/main" id="{FDEE34C2-37F2-5D96-CD16-7E81A36B5187}"/>
              </a:ext>
            </a:extLst>
          </p:cNvPr>
          <p:cNvSpPr/>
          <p:nvPr/>
        </p:nvSpPr>
        <p:spPr>
          <a:xfrm rot="5400000">
            <a:off x="6342002" y="363669"/>
            <a:ext cx="4500000" cy="450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3" name="直角三角形 192">
            <a:extLst>
              <a:ext uri="{FF2B5EF4-FFF2-40B4-BE49-F238E27FC236}">
                <a16:creationId xmlns:a16="http://schemas.microsoft.com/office/drawing/2014/main" id="{A64BAA93-FC1A-A411-F242-D8BB5319ECA5}"/>
              </a:ext>
            </a:extLst>
          </p:cNvPr>
          <p:cNvSpPr/>
          <p:nvPr/>
        </p:nvSpPr>
        <p:spPr>
          <a:xfrm rot="5400000">
            <a:off x="6342002" y="363669"/>
            <a:ext cx="4410000" cy="441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4" name="直角三角形 193">
            <a:extLst>
              <a:ext uri="{FF2B5EF4-FFF2-40B4-BE49-F238E27FC236}">
                <a16:creationId xmlns:a16="http://schemas.microsoft.com/office/drawing/2014/main" id="{D0879D82-5651-5C1E-6C62-073254E9AEC1}"/>
              </a:ext>
            </a:extLst>
          </p:cNvPr>
          <p:cNvSpPr/>
          <p:nvPr/>
        </p:nvSpPr>
        <p:spPr>
          <a:xfrm rot="5400000">
            <a:off x="6342002" y="363669"/>
            <a:ext cx="4320000" cy="432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5" name="直角三角形 194">
            <a:extLst>
              <a:ext uri="{FF2B5EF4-FFF2-40B4-BE49-F238E27FC236}">
                <a16:creationId xmlns:a16="http://schemas.microsoft.com/office/drawing/2014/main" id="{DD79B2C7-29DD-9EA8-1094-DD55E039519F}"/>
              </a:ext>
            </a:extLst>
          </p:cNvPr>
          <p:cNvSpPr/>
          <p:nvPr/>
        </p:nvSpPr>
        <p:spPr>
          <a:xfrm rot="5400000">
            <a:off x="6342002" y="363669"/>
            <a:ext cx="4230000" cy="423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6" name="直角三角形 195">
            <a:extLst>
              <a:ext uri="{FF2B5EF4-FFF2-40B4-BE49-F238E27FC236}">
                <a16:creationId xmlns:a16="http://schemas.microsoft.com/office/drawing/2014/main" id="{EBF09078-DCD5-AE95-9A10-A3B1163B2B1D}"/>
              </a:ext>
            </a:extLst>
          </p:cNvPr>
          <p:cNvSpPr/>
          <p:nvPr/>
        </p:nvSpPr>
        <p:spPr>
          <a:xfrm rot="5400000">
            <a:off x="6342002" y="363669"/>
            <a:ext cx="4140000" cy="414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7" name="直角三角形 196">
            <a:extLst>
              <a:ext uri="{FF2B5EF4-FFF2-40B4-BE49-F238E27FC236}">
                <a16:creationId xmlns:a16="http://schemas.microsoft.com/office/drawing/2014/main" id="{B1AC72BB-E183-F54D-CAE3-6A5D0A562BD5}"/>
              </a:ext>
            </a:extLst>
          </p:cNvPr>
          <p:cNvSpPr/>
          <p:nvPr/>
        </p:nvSpPr>
        <p:spPr>
          <a:xfrm rot="5400000">
            <a:off x="6342002" y="363669"/>
            <a:ext cx="4050000" cy="405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8" name="直角三角形 197">
            <a:extLst>
              <a:ext uri="{FF2B5EF4-FFF2-40B4-BE49-F238E27FC236}">
                <a16:creationId xmlns:a16="http://schemas.microsoft.com/office/drawing/2014/main" id="{F8E6B590-5749-1147-B862-86AAE442E7A6}"/>
              </a:ext>
            </a:extLst>
          </p:cNvPr>
          <p:cNvSpPr/>
          <p:nvPr/>
        </p:nvSpPr>
        <p:spPr>
          <a:xfrm rot="5400000">
            <a:off x="6342002" y="363669"/>
            <a:ext cx="3960000" cy="396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9" name="直角三角形 198">
            <a:extLst>
              <a:ext uri="{FF2B5EF4-FFF2-40B4-BE49-F238E27FC236}">
                <a16:creationId xmlns:a16="http://schemas.microsoft.com/office/drawing/2014/main" id="{49B3DE28-9294-51B2-A507-6A0EC27B16CE}"/>
              </a:ext>
            </a:extLst>
          </p:cNvPr>
          <p:cNvSpPr/>
          <p:nvPr/>
        </p:nvSpPr>
        <p:spPr>
          <a:xfrm rot="5400000">
            <a:off x="6342002" y="363669"/>
            <a:ext cx="3870000" cy="387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0" name="直角三角形 199">
            <a:extLst>
              <a:ext uri="{FF2B5EF4-FFF2-40B4-BE49-F238E27FC236}">
                <a16:creationId xmlns:a16="http://schemas.microsoft.com/office/drawing/2014/main" id="{59CDE52B-2BB9-F988-082E-C5C0E1BD82AC}"/>
              </a:ext>
            </a:extLst>
          </p:cNvPr>
          <p:cNvSpPr/>
          <p:nvPr/>
        </p:nvSpPr>
        <p:spPr>
          <a:xfrm rot="5400000">
            <a:off x="6342002" y="363669"/>
            <a:ext cx="3780000" cy="378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1" name="直角三角形 200">
            <a:extLst>
              <a:ext uri="{FF2B5EF4-FFF2-40B4-BE49-F238E27FC236}">
                <a16:creationId xmlns:a16="http://schemas.microsoft.com/office/drawing/2014/main" id="{0282A45E-22A0-7B24-1BB9-C7FA9605896F}"/>
              </a:ext>
            </a:extLst>
          </p:cNvPr>
          <p:cNvSpPr/>
          <p:nvPr/>
        </p:nvSpPr>
        <p:spPr>
          <a:xfrm rot="5400000">
            <a:off x="6342002" y="363669"/>
            <a:ext cx="3690000" cy="369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2" name="直角三角形 201">
            <a:extLst>
              <a:ext uri="{FF2B5EF4-FFF2-40B4-BE49-F238E27FC236}">
                <a16:creationId xmlns:a16="http://schemas.microsoft.com/office/drawing/2014/main" id="{BE329241-6AB0-1103-A2FB-136F5C89300E}"/>
              </a:ext>
            </a:extLst>
          </p:cNvPr>
          <p:cNvSpPr/>
          <p:nvPr/>
        </p:nvSpPr>
        <p:spPr>
          <a:xfrm rot="5400000">
            <a:off x="6342002" y="363669"/>
            <a:ext cx="3600000" cy="360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3" name="直角三角形 202">
            <a:extLst>
              <a:ext uri="{FF2B5EF4-FFF2-40B4-BE49-F238E27FC236}">
                <a16:creationId xmlns:a16="http://schemas.microsoft.com/office/drawing/2014/main" id="{7E237AA4-7D8B-5B1D-9387-A590582AF19D}"/>
              </a:ext>
            </a:extLst>
          </p:cNvPr>
          <p:cNvSpPr/>
          <p:nvPr/>
        </p:nvSpPr>
        <p:spPr>
          <a:xfrm rot="5400000">
            <a:off x="6342002" y="363669"/>
            <a:ext cx="3510000" cy="351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4" name="直角三角形 203">
            <a:extLst>
              <a:ext uri="{FF2B5EF4-FFF2-40B4-BE49-F238E27FC236}">
                <a16:creationId xmlns:a16="http://schemas.microsoft.com/office/drawing/2014/main" id="{A111C0B9-7B3B-7C1C-E7B2-806E83755CDC}"/>
              </a:ext>
            </a:extLst>
          </p:cNvPr>
          <p:cNvSpPr/>
          <p:nvPr/>
        </p:nvSpPr>
        <p:spPr>
          <a:xfrm rot="5400000">
            <a:off x="6342002" y="363669"/>
            <a:ext cx="3420000" cy="342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5" name="直角三角形 204">
            <a:extLst>
              <a:ext uri="{FF2B5EF4-FFF2-40B4-BE49-F238E27FC236}">
                <a16:creationId xmlns:a16="http://schemas.microsoft.com/office/drawing/2014/main" id="{D38BC44B-423B-D369-2CFD-EEA5B1F77715}"/>
              </a:ext>
            </a:extLst>
          </p:cNvPr>
          <p:cNvSpPr/>
          <p:nvPr/>
        </p:nvSpPr>
        <p:spPr>
          <a:xfrm rot="5400000">
            <a:off x="6342002" y="363669"/>
            <a:ext cx="3330000" cy="333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6" name="直角三角形 205">
            <a:extLst>
              <a:ext uri="{FF2B5EF4-FFF2-40B4-BE49-F238E27FC236}">
                <a16:creationId xmlns:a16="http://schemas.microsoft.com/office/drawing/2014/main" id="{384B48F5-5CF2-3A70-217D-DD7D836D05C4}"/>
              </a:ext>
            </a:extLst>
          </p:cNvPr>
          <p:cNvSpPr/>
          <p:nvPr/>
        </p:nvSpPr>
        <p:spPr>
          <a:xfrm rot="5400000">
            <a:off x="6342002" y="363669"/>
            <a:ext cx="3240000" cy="324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7" name="直角三角形 206">
            <a:extLst>
              <a:ext uri="{FF2B5EF4-FFF2-40B4-BE49-F238E27FC236}">
                <a16:creationId xmlns:a16="http://schemas.microsoft.com/office/drawing/2014/main" id="{9B8B53C9-B4D1-02B5-B052-7D06CA0C6805}"/>
              </a:ext>
            </a:extLst>
          </p:cNvPr>
          <p:cNvSpPr/>
          <p:nvPr/>
        </p:nvSpPr>
        <p:spPr>
          <a:xfrm rot="5400000">
            <a:off x="6342002" y="363669"/>
            <a:ext cx="3150000" cy="315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8" name="直角三角形 207">
            <a:extLst>
              <a:ext uri="{FF2B5EF4-FFF2-40B4-BE49-F238E27FC236}">
                <a16:creationId xmlns:a16="http://schemas.microsoft.com/office/drawing/2014/main" id="{6FC00E56-8AEF-A760-9D45-243CD3759FE1}"/>
              </a:ext>
            </a:extLst>
          </p:cNvPr>
          <p:cNvSpPr/>
          <p:nvPr/>
        </p:nvSpPr>
        <p:spPr>
          <a:xfrm rot="5400000">
            <a:off x="6342002" y="363669"/>
            <a:ext cx="3060000" cy="306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9" name="直角三角形 208">
            <a:extLst>
              <a:ext uri="{FF2B5EF4-FFF2-40B4-BE49-F238E27FC236}">
                <a16:creationId xmlns:a16="http://schemas.microsoft.com/office/drawing/2014/main" id="{DFD4954B-125B-248C-FC6D-D65F3633851C}"/>
              </a:ext>
            </a:extLst>
          </p:cNvPr>
          <p:cNvSpPr/>
          <p:nvPr/>
        </p:nvSpPr>
        <p:spPr>
          <a:xfrm rot="5400000">
            <a:off x="6342002" y="363669"/>
            <a:ext cx="2970000" cy="297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0" name="直角三角形 209">
            <a:extLst>
              <a:ext uri="{FF2B5EF4-FFF2-40B4-BE49-F238E27FC236}">
                <a16:creationId xmlns:a16="http://schemas.microsoft.com/office/drawing/2014/main" id="{E5A5B532-C6DE-5E57-BC1A-ED76A014A365}"/>
              </a:ext>
            </a:extLst>
          </p:cNvPr>
          <p:cNvSpPr/>
          <p:nvPr/>
        </p:nvSpPr>
        <p:spPr>
          <a:xfrm rot="5400000">
            <a:off x="6342002" y="363669"/>
            <a:ext cx="2880000" cy="288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1" name="直角三角形 210">
            <a:extLst>
              <a:ext uri="{FF2B5EF4-FFF2-40B4-BE49-F238E27FC236}">
                <a16:creationId xmlns:a16="http://schemas.microsoft.com/office/drawing/2014/main" id="{A007119E-443A-5803-B6DC-9A3793961C04}"/>
              </a:ext>
            </a:extLst>
          </p:cNvPr>
          <p:cNvSpPr/>
          <p:nvPr/>
        </p:nvSpPr>
        <p:spPr>
          <a:xfrm rot="5400000">
            <a:off x="6342002" y="363669"/>
            <a:ext cx="2790000" cy="279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2" name="直角三角形 211">
            <a:extLst>
              <a:ext uri="{FF2B5EF4-FFF2-40B4-BE49-F238E27FC236}">
                <a16:creationId xmlns:a16="http://schemas.microsoft.com/office/drawing/2014/main" id="{17E48ADD-B893-622C-3FCB-315B1DF83FCD}"/>
              </a:ext>
            </a:extLst>
          </p:cNvPr>
          <p:cNvSpPr/>
          <p:nvPr/>
        </p:nvSpPr>
        <p:spPr>
          <a:xfrm rot="5400000">
            <a:off x="6342002" y="363669"/>
            <a:ext cx="2700000" cy="270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3" name="直角三角形 212">
            <a:extLst>
              <a:ext uri="{FF2B5EF4-FFF2-40B4-BE49-F238E27FC236}">
                <a16:creationId xmlns:a16="http://schemas.microsoft.com/office/drawing/2014/main" id="{C2C76AF9-81ED-E2A3-1091-D3F88A9366FA}"/>
              </a:ext>
            </a:extLst>
          </p:cNvPr>
          <p:cNvSpPr/>
          <p:nvPr/>
        </p:nvSpPr>
        <p:spPr>
          <a:xfrm rot="5400000">
            <a:off x="6342002" y="363669"/>
            <a:ext cx="2610000" cy="261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4" name="直角三角形 213">
            <a:extLst>
              <a:ext uri="{FF2B5EF4-FFF2-40B4-BE49-F238E27FC236}">
                <a16:creationId xmlns:a16="http://schemas.microsoft.com/office/drawing/2014/main" id="{BA37FA00-6A5C-FAED-2562-C37E8A89F80F}"/>
              </a:ext>
            </a:extLst>
          </p:cNvPr>
          <p:cNvSpPr/>
          <p:nvPr/>
        </p:nvSpPr>
        <p:spPr>
          <a:xfrm rot="5400000">
            <a:off x="6342002" y="363669"/>
            <a:ext cx="2520000" cy="252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5" name="直角三角形 214">
            <a:extLst>
              <a:ext uri="{FF2B5EF4-FFF2-40B4-BE49-F238E27FC236}">
                <a16:creationId xmlns:a16="http://schemas.microsoft.com/office/drawing/2014/main" id="{804F1592-48BB-68A8-6C5D-6D656A3B6AFE}"/>
              </a:ext>
            </a:extLst>
          </p:cNvPr>
          <p:cNvSpPr/>
          <p:nvPr/>
        </p:nvSpPr>
        <p:spPr>
          <a:xfrm rot="5400000">
            <a:off x="6342002" y="363669"/>
            <a:ext cx="2430000" cy="243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6" name="直角三角形 215">
            <a:extLst>
              <a:ext uri="{FF2B5EF4-FFF2-40B4-BE49-F238E27FC236}">
                <a16:creationId xmlns:a16="http://schemas.microsoft.com/office/drawing/2014/main" id="{A13B53F1-C9EC-D9BB-3E76-D438C5C63E8A}"/>
              </a:ext>
            </a:extLst>
          </p:cNvPr>
          <p:cNvSpPr/>
          <p:nvPr/>
        </p:nvSpPr>
        <p:spPr>
          <a:xfrm rot="5400000">
            <a:off x="6342002" y="363669"/>
            <a:ext cx="2340000" cy="234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7" name="直角三角形 216">
            <a:extLst>
              <a:ext uri="{FF2B5EF4-FFF2-40B4-BE49-F238E27FC236}">
                <a16:creationId xmlns:a16="http://schemas.microsoft.com/office/drawing/2014/main" id="{B02CDEB7-D47A-AC5F-CFCF-C1550D208163}"/>
              </a:ext>
            </a:extLst>
          </p:cNvPr>
          <p:cNvSpPr/>
          <p:nvPr/>
        </p:nvSpPr>
        <p:spPr>
          <a:xfrm rot="5400000">
            <a:off x="6342002" y="363669"/>
            <a:ext cx="2250000" cy="225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8" name="直角三角形 217">
            <a:extLst>
              <a:ext uri="{FF2B5EF4-FFF2-40B4-BE49-F238E27FC236}">
                <a16:creationId xmlns:a16="http://schemas.microsoft.com/office/drawing/2014/main" id="{1AF9E446-9A09-1D1D-8700-02240D263E06}"/>
              </a:ext>
            </a:extLst>
          </p:cNvPr>
          <p:cNvSpPr/>
          <p:nvPr/>
        </p:nvSpPr>
        <p:spPr>
          <a:xfrm rot="5400000">
            <a:off x="6342002" y="363669"/>
            <a:ext cx="2160000" cy="216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9" name="直角三角形 218">
            <a:extLst>
              <a:ext uri="{FF2B5EF4-FFF2-40B4-BE49-F238E27FC236}">
                <a16:creationId xmlns:a16="http://schemas.microsoft.com/office/drawing/2014/main" id="{5396EE0A-D651-4E89-D76D-FEA8D9C15E06}"/>
              </a:ext>
            </a:extLst>
          </p:cNvPr>
          <p:cNvSpPr/>
          <p:nvPr/>
        </p:nvSpPr>
        <p:spPr>
          <a:xfrm rot="5400000">
            <a:off x="6342002" y="363669"/>
            <a:ext cx="2070000" cy="207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0" name="直角三角形 219">
            <a:extLst>
              <a:ext uri="{FF2B5EF4-FFF2-40B4-BE49-F238E27FC236}">
                <a16:creationId xmlns:a16="http://schemas.microsoft.com/office/drawing/2014/main" id="{422CDEEE-4526-64C2-6FEF-9A7C69F69DC3}"/>
              </a:ext>
            </a:extLst>
          </p:cNvPr>
          <p:cNvSpPr/>
          <p:nvPr/>
        </p:nvSpPr>
        <p:spPr>
          <a:xfrm rot="5400000">
            <a:off x="6342002" y="363669"/>
            <a:ext cx="1980000" cy="198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1" name="直角三角形 220">
            <a:extLst>
              <a:ext uri="{FF2B5EF4-FFF2-40B4-BE49-F238E27FC236}">
                <a16:creationId xmlns:a16="http://schemas.microsoft.com/office/drawing/2014/main" id="{ECAAB1BD-8D4F-7CCC-F8C8-FDC83C101CF2}"/>
              </a:ext>
            </a:extLst>
          </p:cNvPr>
          <p:cNvSpPr/>
          <p:nvPr/>
        </p:nvSpPr>
        <p:spPr>
          <a:xfrm rot="5400000">
            <a:off x="6342002" y="363669"/>
            <a:ext cx="1890000" cy="189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2" name="直角三角形 221">
            <a:extLst>
              <a:ext uri="{FF2B5EF4-FFF2-40B4-BE49-F238E27FC236}">
                <a16:creationId xmlns:a16="http://schemas.microsoft.com/office/drawing/2014/main" id="{A85347D6-AF30-9CD9-AA6F-63F5CD9286A7}"/>
              </a:ext>
            </a:extLst>
          </p:cNvPr>
          <p:cNvSpPr/>
          <p:nvPr/>
        </p:nvSpPr>
        <p:spPr>
          <a:xfrm rot="5400000">
            <a:off x="6342002" y="363669"/>
            <a:ext cx="1800000" cy="180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3" name="直角三角形 222">
            <a:extLst>
              <a:ext uri="{FF2B5EF4-FFF2-40B4-BE49-F238E27FC236}">
                <a16:creationId xmlns:a16="http://schemas.microsoft.com/office/drawing/2014/main" id="{CE2D015A-0BB2-6730-47BF-DAFD40E729AC}"/>
              </a:ext>
            </a:extLst>
          </p:cNvPr>
          <p:cNvSpPr/>
          <p:nvPr/>
        </p:nvSpPr>
        <p:spPr>
          <a:xfrm rot="5400000">
            <a:off x="6342002" y="363669"/>
            <a:ext cx="1710000" cy="171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4" name="直角三角形 223">
            <a:extLst>
              <a:ext uri="{FF2B5EF4-FFF2-40B4-BE49-F238E27FC236}">
                <a16:creationId xmlns:a16="http://schemas.microsoft.com/office/drawing/2014/main" id="{CC832DD5-5029-5D9F-CCBE-3766C4252FF4}"/>
              </a:ext>
            </a:extLst>
          </p:cNvPr>
          <p:cNvSpPr/>
          <p:nvPr/>
        </p:nvSpPr>
        <p:spPr>
          <a:xfrm rot="5400000">
            <a:off x="6342002" y="363669"/>
            <a:ext cx="1620000" cy="162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5" name="直角三角形 224">
            <a:extLst>
              <a:ext uri="{FF2B5EF4-FFF2-40B4-BE49-F238E27FC236}">
                <a16:creationId xmlns:a16="http://schemas.microsoft.com/office/drawing/2014/main" id="{4C8472DC-660B-29E1-36E1-03331F36C79E}"/>
              </a:ext>
            </a:extLst>
          </p:cNvPr>
          <p:cNvSpPr/>
          <p:nvPr/>
        </p:nvSpPr>
        <p:spPr>
          <a:xfrm rot="5400000">
            <a:off x="6342002" y="363669"/>
            <a:ext cx="1530000" cy="153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直角三角形 225">
            <a:extLst>
              <a:ext uri="{FF2B5EF4-FFF2-40B4-BE49-F238E27FC236}">
                <a16:creationId xmlns:a16="http://schemas.microsoft.com/office/drawing/2014/main" id="{6A18CDFF-FA78-97D2-72A4-4E542CC3B446}"/>
              </a:ext>
            </a:extLst>
          </p:cNvPr>
          <p:cNvSpPr/>
          <p:nvPr/>
        </p:nvSpPr>
        <p:spPr>
          <a:xfrm rot="5400000">
            <a:off x="6342002" y="363669"/>
            <a:ext cx="1440000" cy="144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7" name="直角三角形 226">
            <a:extLst>
              <a:ext uri="{FF2B5EF4-FFF2-40B4-BE49-F238E27FC236}">
                <a16:creationId xmlns:a16="http://schemas.microsoft.com/office/drawing/2014/main" id="{33B2A939-4D1B-3B07-A3F6-B6BB9D0A8B6E}"/>
              </a:ext>
            </a:extLst>
          </p:cNvPr>
          <p:cNvSpPr/>
          <p:nvPr/>
        </p:nvSpPr>
        <p:spPr>
          <a:xfrm rot="5400000">
            <a:off x="6342002" y="363669"/>
            <a:ext cx="1350000" cy="135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8" name="直角三角形 227">
            <a:extLst>
              <a:ext uri="{FF2B5EF4-FFF2-40B4-BE49-F238E27FC236}">
                <a16:creationId xmlns:a16="http://schemas.microsoft.com/office/drawing/2014/main" id="{E955E86E-4A2E-7478-E758-658F0C0D9CA3}"/>
              </a:ext>
            </a:extLst>
          </p:cNvPr>
          <p:cNvSpPr/>
          <p:nvPr/>
        </p:nvSpPr>
        <p:spPr>
          <a:xfrm rot="5400000">
            <a:off x="6342002" y="363669"/>
            <a:ext cx="1260000" cy="126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9" name="直角三角形 228">
            <a:extLst>
              <a:ext uri="{FF2B5EF4-FFF2-40B4-BE49-F238E27FC236}">
                <a16:creationId xmlns:a16="http://schemas.microsoft.com/office/drawing/2014/main" id="{01C15CAC-2635-170B-0870-9142BE779FD0}"/>
              </a:ext>
            </a:extLst>
          </p:cNvPr>
          <p:cNvSpPr/>
          <p:nvPr/>
        </p:nvSpPr>
        <p:spPr>
          <a:xfrm rot="5400000">
            <a:off x="6342002" y="363669"/>
            <a:ext cx="1170000" cy="117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0" name="直角三角形 229">
            <a:extLst>
              <a:ext uri="{FF2B5EF4-FFF2-40B4-BE49-F238E27FC236}">
                <a16:creationId xmlns:a16="http://schemas.microsoft.com/office/drawing/2014/main" id="{5324F387-829F-5036-6948-1995F33C34E5}"/>
              </a:ext>
            </a:extLst>
          </p:cNvPr>
          <p:cNvSpPr/>
          <p:nvPr/>
        </p:nvSpPr>
        <p:spPr>
          <a:xfrm rot="5400000">
            <a:off x="6342002" y="363669"/>
            <a:ext cx="1080000" cy="108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1" name="直角三角形 230">
            <a:extLst>
              <a:ext uri="{FF2B5EF4-FFF2-40B4-BE49-F238E27FC236}">
                <a16:creationId xmlns:a16="http://schemas.microsoft.com/office/drawing/2014/main" id="{C1C6C702-5398-9064-C384-C0AEED283A86}"/>
              </a:ext>
            </a:extLst>
          </p:cNvPr>
          <p:cNvSpPr/>
          <p:nvPr/>
        </p:nvSpPr>
        <p:spPr>
          <a:xfrm rot="5400000">
            <a:off x="6342002" y="363669"/>
            <a:ext cx="990000" cy="99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2" name="直角三角形 231">
            <a:extLst>
              <a:ext uri="{FF2B5EF4-FFF2-40B4-BE49-F238E27FC236}">
                <a16:creationId xmlns:a16="http://schemas.microsoft.com/office/drawing/2014/main" id="{628DF079-859A-AA5B-1F2C-7F34EFCC4E5C}"/>
              </a:ext>
            </a:extLst>
          </p:cNvPr>
          <p:cNvSpPr/>
          <p:nvPr/>
        </p:nvSpPr>
        <p:spPr>
          <a:xfrm rot="5400000">
            <a:off x="6342002" y="363669"/>
            <a:ext cx="900000" cy="90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3" name="直角三角形 232">
            <a:extLst>
              <a:ext uri="{FF2B5EF4-FFF2-40B4-BE49-F238E27FC236}">
                <a16:creationId xmlns:a16="http://schemas.microsoft.com/office/drawing/2014/main" id="{E18C0107-5FEE-1EF9-01F9-A14B8A1336C4}"/>
              </a:ext>
            </a:extLst>
          </p:cNvPr>
          <p:cNvSpPr/>
          <p:nvPr/>
        </p:nvSpPr>
        <p:spPr>
          <a:xfrm rot="5400000">
            <a:off x="6342002" y="363738"/>
            <a:ext cx="810000" cy="81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4" name="直角三角形 233">
            <a:extLst>
              <a:ext uri="{FF2B5EF4-FFF2-40B4-BE49-F238E27FC236}">
                <a16:creationId xmlns:a16="http://schemas.microsoft.com/office/drawing/2014/main" id="{2FDCFAD0-2132-DDC8-780F-A2FB8A6D8161}"/>
              </a:ext>
            </a:extLst>
          </p:cNvPr>
          <p:cNvSpPr/>
          <p:nvPr/>
        </p:nvSpPr>
        <p:spPr>
          <a:xfrm rot="5400000">
            <a:off x="6342002" y="363669"/>
            <a:ext cx="720000" cy="72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5" name="直角三角形 234">
            <a:extLst>
              <a:ext uri="{FF2B5EF4-FFF2-40B4-BE49-F238E27FC236}">
                <a16:creationId xmlns:a16="http://schemas.microsoft.com/office/drawing/2014/main" id="{4D5DF375-29B0-6EF3-446D-663176FB199E}"/>
              </a:ext>
            </a:extLst>
          </p:cNvPr>
          <p:cNvSpPr/>
          <p:nvPr/>
        </p:nvSpPr>
        <p:spPr>
          <a:xfrm rot="5400000">
            <a:off x="6342002" y="363669"/>
            <a:ext cx="630000" cy="63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6" name="直角三角形 235">
            <a:extLst>
              <a:ext uri="{FF2B5EF4-FFF2-40B4-BE49-F238E27FC236}">
                <a16:creationId xmlns:a16="http://schemas.microsoft.com/office/drawing/2014/main" id="{148F3CC8-625B-F231-BCD5-672042DEB10C}"/>
              </a:ext>
            </a:extLst>
          </p:cNvPr>
          <p:cNvSpPr/>
          <p:nvPr/>
        </p:nvSpPr>
        <p:spPr>
          <a:xfrm rot="5400000">
            <a:off x="6342002" y="363669"/>
            <a:ext cx="540000" cy="54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7" name="直角三角形 236">
            <a:extLst>
              <a:ext uri="{FF2B5EF4-FFF2-40B4-BE49-F238E27FC236}">
                <a16:creationId xmlns:a16="http://schemas.microsoft.com/office/drawing/2014/main" id="{E9920F93-B08C-3540-733C-CB45A9026B39}"/>
              </a:ext>
            </a:extLst>
          </p:cNvPr>
          <p:cNvSpPr/>
          <p:nvPr/>
        </p:nvSpPr>
        <p:spPr>
          <a:xfrm rot="5400000">
            <a:off x="6342002" y="363669"/>
            <a:ext cx="450000" cy="45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8" name="直角三角形 237">
            <a:extLst>
              <a:ext uri="{FF2B5EF4-FFF2-40B4-BE49-F238E27FC236}">
                <a16:creationId xmlns:a16="http://schemas.microsoft.com/office/drawing/2014/main" id="{DD8B2031-D022-1DA8-65F0-29B2EBB4591B}"/>
              </a:ext>
            </a:extLst>
          </p:cNvPr>
          <p:cNvSpPr/>
          <p:nvPr/>
        </p:nvSpPr>
        <p:spPr>
          <a:xfrm rot="5400000">
            <a:off x="6342002" y="363669"/>
            <a:ext cx="360000" cy="36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直角三角形 238">
            <a:extLst>
              <a:ext uri="{FF2B5EF4-FFF2-40B4-BE49-F238E27FC236}">
                <a16:creationId xmlns:a16="http://schemas.microsoft.com/office/drawing/2014/main" id="{6FAB6CF3-B7B2-84EC-822B-E2D7C2B3FEB6}"/>
              </a:ext>
            </a:extLst>
          </p:cNvPr>
          <p:cNvSpPr/>
          <p:nvPr/>
        </p:nvSpPr>
        <p:spPr>
          <a:xfrm rot="5400000">
            <a:off x="6342002" y="363669"/>
            <a:ext cx="270000" cy="27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0" name="直角三角形 239">
            <a:extLst>
              <a:ext uri="{FF2B5EF4-FFF2-40B4-BE49-F238E27FC236}">
                <a16:creationId xmlns:a16="http://schemas.microsoft.com/office/drawing/2014/main" id="{0DD2EE0D-6F18-BEDE-9CA3-D69A9F3FBA39}"/>
              </a:ext>
            </a:extLst>
          </p:cNvPr>
          <p:cNvSpPr/>
          <p:nvPr/>
        </p:nvSpPr>
        <p:spPr>
          <a:xfrm rot="5400000">
            <a:off x="6342002" y="363669"/>
            <a:ext cx="180000" cy="18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1" name="直角三角形 240">
            <a:extLst>
              <a:ext uri="{FF2B5EF4-FFF2-40B4-BE49-F238E27FC236}">
                <a16:creationId xmlns:a16="http://schemas.microsoft.com/office/drawing/2014/main" id="{A3CCBF4F-2F8A-A568-B00E-F3CC478C8D59}"/>
              </a:ext>
            </a:extLst>
          </p:cNvPr>
          <p:cNvSpPr/>
          <p:nvPr/>
        </p:nvSpPr>
        <p:spPr>
          <a:xfrm rot="5400000">
            <a:off x="6342002" y="363669"/>
            <a:ext cx="90000" cy="9000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6021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59725-CC8F-95F5-B7FF-9556E64B6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36344FE-EF16-50C1-4462-BEF5458AC5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60000"/>
            <a:ext cx="5785714" cy="578571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2563A7D-F6EC-9330-157E-72ED2A0053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438827" y="436446"/>
            <a:ext cx="5694273" cy="569704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D4344A8-AC53-ACBD-A2CA-048CA3DBF7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1926" y="360000"/>
            <a:ext cx="5785714" cy="57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228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6F48CD97-AE5F-EEF6-20D6-142FC048704C}"/>
              </a:ext>
            </a:extLst>
          </p:cNvPr>
          <p:cNvSpPr txBox="1"/>
          <p:nvPr/>
        </p:nvSpPr>
        <p:spPr>
          <a:xfrm>
            <a:off x="712921" y="643180"/>
            <a:ext cx="909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KEYSET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7B9241E-2EEE-0565-519B-861712476DC3}"/>
              </a:ext>
            </a:extLst>
          </p:cNvPr>
          <p:cNvSpPr txBox="1"/>
          <p:nvPr/>
        </p:nvSpPr>
        <p:spPr>
          <a:xfrm>
            <a:off x="861999" y="1283776"/>
            <a:ext cx="611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EXIT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84C91C4-5D5B-590C-8B78-536637FA1D91}"/>
              </a:ext>
            </a:extLst>
          </p:cNvPr>
          <p:cNvSpPr txBox="1"/>
          <p:nvPr/>
        </p:nvSpPr>
        <p:spPr>
          <a:xfrm>
            <a:off x="2407402" y="643180"/>
            <a:ext cx="90922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KEYSET</a:t>
            </a:r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DF8A5CE-7B66-D876-BA69-0B753C80BD0B}"/>
              </a:ext>
            </a:extLst>
          </p:cNvPr>
          <p:cNvSpPr txBox="1"/>
          <p:nvPr/>
        </p:nvSpPr>
        <p:spPr>
          <a:xfrm>
            <a:off x="2556480" y="1283776"/>
            <a:ext cx="61106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EXIT</a:t>
            </a:r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B99D364-E0FC-2768-8B7D-CEEB3B76135F}"/>
              </a:ext>
            </a:extLst>
          </p:cNvPr>
          <p:cNvSpPr txBox="1"/>
          <p:nvPr/>
        </p:nvSpPr>
        <p:spPr>
          <a:xfrm>
            <a:off x="712921" y="2107769"/>
            <a:ext cx="465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UP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99AFEDE-274C-D7CA-B8CA-8F2C6E359250}"/>
              </a:ext>
            </a:extLst>
          </p:cNvPr>
          <p:cNvSpPr txBox="1"/>
          <p:nvPr/>
        </p:nvSpPr>
        <p:spPr>
          <a:xfrm>
            <a:off x="2407402" y="2107769"/>
            <a:ext cx="46519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UP</a:t>
            </a:r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10B67EF-17A6-1C61-5F64-A34C981CD50A}"/>
              </a:ext>
            </a:extLst>
          </p:cNvPr>
          <p:cNvSpPr txBox="1"/>
          <p:nvPr/>
        </p:nvSpPr>
        <p:spPr>
          <a:xfrm>
            <a:off x="712921" y="2747096"/>
            <a:ext cx="898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DOWN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11C2B79-5E8E-97A5-1F3A-AE3AEA8A3DC9}"/>
              </a:ext>
            </a:extLst>
          </p:cNvPr>
          <p:cNvSpPr txBox="1"/>
          <p:nvPr/>
        </p:nvSpPr>
        <p:spPr>
          <a:xfrm>
            <a:off x="2407402" y="2747096"/>
            <a:ext cx="89800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DOWN</a:t>
            </a:r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112206C-5BC5-75D9-E7E3-29CA78E4B2F0}"/>
              </a:ext>
            </a:extLst>
          </p:cNvPr>
          <p:cNvSpPr txBox="1"/>
          <p:nvPr/>
        </p:nvSpPr>
        <p:spPr>
          <a:xfrm>
            <a:off x="712921" y="3387692"/>
            <a:ext cx="638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LEFT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19FCDC0-3091-9285-D291-2F326532DCFB}"/>
              </a:ext>
            </a:extLst>
          </p:cNvPr>
          <p:cNvSpPr txBox="1"/>
          <p:nvPr/>
        </p:nvSpPr>
        <p:spPr>
          <a:xfrm>
            <a:off x="2407402" y="3387692"/>
            <a:ext cx="63831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LEFT</a:t>
            </a:r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C2C0E22-AF45-04F2-DE48-842A317CAE28}"/>
              </a:ext>
            </a:extLst>
          </p:cNvPr>
          <p:cNvSpPr txBox="1"/>
          <p:nvPr/>
        </p:nvSpPr>
        <p:spPr>
          <a:xfrm>
            <a:off x="712921" y="4028288"/>
            <a:ext cx="81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RIGHT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EB05CA5-1EBC-5A1C-D679-332E31F71F2D}"/>
              </a:ext>
            </a:extLst>
          </p:cNvPr>
          <p:cNvSpPr txBox="1"/>
          <p:nvPr/>
        </p:nvSpPr>
        <p:spPr>
          <a:xfrm>
            <a:off x="2407402" y="4028288"/>
            <a:ext cx="81144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RIGHT</a:t>
            </a:r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E62FE3E-7934-C772-63CC-2D0B265524DA}"/>
              </a:ext>
            </a:extLst>
          </p:cNvPr>
          <p:cNvSpPr txBox="1"/>
          <p:nvPr/>
        </p:nvSpPr>
        <p:spPr>
          <a:xfrm>
            <a:off x="712921" y="4667615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JUMP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9DFE300-9627-6602-C9FB-8EBBBE872DC3}"/>
              </a:ext>
            </a:extLst>
          </p:cNvPr>
          <p:cNvSpPr txBox="1"/>
          <p:nvPr/>
        </p:nvSpPr>
        <p:spPr>
          <a:xfrm>
            <a:off x="2407402" y="4667615"/>
            <a:ext cx="74411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JUMP</a:t>
            </a:r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C6AE12F-F177-A175-CD54-0D350384F5B0}"/>
              </a:ext>
            </a:extLst>
          </p:cNvPr>
          <p:cNvSpPr txBox="1"/>
          <p:nvPr/>
        </p:nvSpPr>
        <p:spPr>
          <a:xfrm>
            <a:off x="712921" y="5308211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DASH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A557268-1458-6EFF-4B88-D1C06EAD689E}"/>
              </a:ext>
            </a:extLst>
          </p:cNvPr>
          <p:cNvSpPr txBox="1"/>
          <p:nvPr/>
        </p:nvSpPr>
        <p:spPr>
          <a:xfrm>
            <a:off x="2407402" y="5308211"/>
            <a:ext cx="76976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DASH</a:t>
            </a:r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87410FC-A205-6532-3004-FED84667C159}"/>
              </a:ext>
            </a:extLst>
          </p:cNvPr>
          <p:cNvSpPr txBox="1"/>
          <p:nvPr/>
        </p:nvSpPr>
        <p:spPr>
          <a:xfrm>
            <a:off x="4401519" y="643180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A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4A3DD81-2983-01C9-3CCD-BF3DDF506D28}"/>
              </a:ext>
            </a:extLst>
          </p:cNvPr>
          <p:cNvSpPr txBox="1"/>
          <p:nvPr/>
        </p:nvSpPr>
        <p:spPr>
          <a:xfrm>
            <a:off x="5011119" y="643180"/>
            <a:ext cx="33214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967E1C0-395D-0752-28A6-94F13FBC9B64}"/>
              </a:ext>
            </a:extLst>
          </p:cNvPr>
          <p:cNvSpPr txBox="1"/>
          <p:nvPr/>
        </p:nvSpPr>
        <p:spPr>
          <a:xfrm>
            <a:off x="4401519" y="109911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B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B3C71CF-06E9-EA18-C4C7-C0641FEFE3E7}"/>
              </a:ext>
            </a:extLst>
          </p:cNvPr>
          <p:cNvSpPr txBox="1"/>
          <p:nvPr/>
        </p:nvSpPr>
        <p:spPr>
          <a:xfrm>
            <a:off x="5011119" y="1099110"/>
            <a:ext cx="31290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4988707-D29C-55A7-2089-34777F9BD4C5}"/>
              </a:ext>
            </a:extLst>
          </p:cNvPr>
          <p:cNvSpPr txBox="1"/>
          <p:nvPr/>
        </p:nvSpPr>
        <p:spPr>
          <a:xfrm>
            <a:off x="4401519" y="1555040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C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53E8B68-D1BC-BA5B-93FF-5285AE59DDC4}"/>
              </a:ext>
            </a:extLst>
          </p:cNvPr>
          <p:cNvSpPr txBox="1"/>
          <p:nvPr/>
        </p:nvSpPr>
        <p:spPr>
          <a:xfrm>
            <a:off x="5011119" y="1555040"/>
            <a:ext cx="32733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8C1BB03-8635-BCDC-8291-C98767181BFE}"/>
              </a:ext>
            </a:extLst>
          </p:cNvPr>
          <p:cNvSpPr txBox="1"/>
          <p:nvPr/>
        </p:nvSpPr>
        <p:spPr>
          <a:xfrm>
            <a:off x="4401519" y="2010970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D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9FBCFDA-8F87-2392-BE5D-399CA99E16B0}"/>
              </a:ext>
            </a:extLst>
          </p:cNvPr>
          <p:cNvSpPr txBox="1"/>
          <p:nvPr/>
        </p:nvSpPr>
        <p:spPr>
          <a:xfrm>
            <a:off x="5011119" y="2010970"/>
            <a:ext cx="34336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54B6B27-28C3-FA14-5808-7D68E415B1F6}"/>
              </a:ext>
            </a:extLst>
          </p:cNvPr>
          <p:cNvSpPr txBox="1"/>
          <p:nvPr/>
        </p:nvSpPr>
        <p:spPr>
          <a:xfrm>
            <a:off x="4401519" y="24669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E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0BC4A44-C7FF-4DB3-58BA-C989A78DFA79}"/>
              </a:ext>
            </a:extLst>
          </p:cNvPr>
          <p:cNvSpPr txBox="1"/>
          <p:nvPr/>
        </p:nvSpPr>
        <p:spPr>
          <a:xfrm>
            <a:off x="5011119" y="2466900"/>
            <a:ext cx="30008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E</a:t>
            </a:r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178F648-7FD9-A84B-9C48-A5C200422263}"/>
              </a:ext>
            </a:extLst>
          </p:cNvPr>
          <p:cNvSpPr txBox="1"/>
          <p:nvPr/>
        </p:nvSpPr>
        <p:spPr>
          <a:xfrm>
            <a:off x="4401519" y="2922830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F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24BB338-05FC-00E8-6C71-6711A5A92767}"/>
              </a:ext>
            </a:extLst>
          </p:cNvPr>
          <p:cNvSpPr txBox="1"/>
          <p:nvPr/>
        </p:nvSpPr>
        <p:spPr>
          <a:xfrm>
            <a:off x="5011119" y="2922830"/>
            <a:ext cx="29527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F</a:t>
            </a:r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001A7003-FD2E-E865-E93B-CC9467C76E49}"/>
              </a:ext>
            </a:extLst>
          </p:cNvPr>
          <p:cNvSpPr txBox="1"/>
          <p:nvPr/>
        </p:nvSpPr>
        <p:spPr>
          <a:xfrm>
            <a:off x="4401519" y="3378760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G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B5D22CD-EC1B-7606-BCB0-C202E39F65B2}"/>
              </a:ext>
            </a:extLst>
          </p:cNvPr>
          <p:cNvSpPr txBox="1"/>
          <p:nvPr/>
        </p:nvSpPr>
        <p:spPr>
          <a:xfrm>
            <a:off x="5011119" y="3378760"/>
            <a:ext cx="34015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G</a:t>
            </a:r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9FBD794-12BA-A58D-F524-F80DF2CA1557}"/>
              </a:ext>
            </a:extLst>
          </p:cNvPr>
          <p:cNvSpPr txBox="1"/>
          <p:nvPr/>
        </p:nvSpPr>
        <p:spPr>
          <a:xfrm>
            <a:off x="4401519" y="3834690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H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1F2F71D0-2717-197A-7399-6E649E088C34}"/>
              </a:ext>
            </a:extLst>
          </p:cNvPr>
          <p:cNvSpPr txBox="1"/>
          <p:nvPr/>
        </p:nvSpPr>
        <p:spPr>
          <a:xfrm>
            <a:off x="5011119" y="3834690"/>
            <a:ext cx="34496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H</a:t>
            </a:r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777DCF8-38D3-3E95-A1AA-2EE7CFAC86B2}"/>
              </a:ext>
            </a:extLst>
          </p:cNvPr>
          <p:cNvSpPr txBox="1"/>
          <p:nvPr/>
        </p:nvSpPr>
        <p:spPr>
          <a:xfrm>
            <a:off x="4401519" y="4309753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I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D2203C98-0D67-5979-1778-352D28FA334B}"/>
              </a:ext>
            </a:extLst>
          </p:cNvPr>
          <p:cNvSpPr txBox="1"/>
          <p:nvPr/>
        </p:nvSpPr>
        <p:spPr>
          <a:xfrm>
            <a:off x="5011119" y="4309753"/>
            <a:ext cx="24237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I</a:t>
            </a:r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F85DB79B-D5C7-0DED-6157-D2B26C51494F}"/>
              </a:ext>
            </a:extLst>
          </p:cNvPr>
          <p:cNvSpPr txBox="1"/>
          <p:nvPr/>
        </p:nvSpPr>
        <p:spPr>
          <a:xfrm>
            <a:off x="4401519" y="4765683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J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42FC0456-AA0F-AADF-4EEE-23C64B14E63A}"/>
              </a:ext>
            </a:extLst>
          </p:cNvPr>
          <p:cNvSpPr txBox="1"/>
          <p:nvPr/>
        </p:nvSpPr>
        <p:spPr>
          <a:xfrm>
            <a:off x="5011119" y="4765683"/>
            <a:ext cx="26321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J</a:t>
            </a:r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86014DDD-FF81-6C6F-05B1-B34DDDA56473}"/>
              </a:ext>
            </a:extLst>
          </p:cNvPr>
          <p:cNvSpPr txBox="1"/>
          <p:nvPr/>
        </p:nvSpPr>
        <p:spPr>
          <a:xfrm>
            <a:off x="4401519" y="522161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K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E654984E-F308-A2D1-5783-098108A96E2A}"/>
              </a:ext>
            </a:extLst>
          </p:cNvPr>
          <p:cNvSpPr txBox="1"/>
          <p:nvPr/>
        </p:nvSpPr>
        <p:spPr>
          <a:xfrm>
            <a:off x="5011119" y="5221613"/>
            <a:ext cx="31290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K</a:t>
            </a:r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176E99E4-5A4C-A5B3-EB5E-5F12C108001A}"/>
              </a:ext>
            </a:extLst>
          </p:cNvPr>
          <p:cNvSpPr txBox="1"/>
          <p:nvPr/>
        </p:nvSpPr>
        <p:spPr>
          <a:xfrm>
            <a:off x="4401519" y="5677543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L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A4AEE321-A7F4-0D71-A23C-83F78F5648FA}"/>
              </a:ext>
            </a:extLst>
          </p:cNvPr>
          <p:cNvSpPr txBox="1"/>
          <p:nvPr/>
        </p:nvSpPr>
        <p:spPr>
          <a:xfrm>
            <a:off x="5011119" y="5677543"/>
            <a:ext cx="29206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L</a:t>
            </a:r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8515723A-8351-7538-6404-EE65991B1E43}"/>
              </a:ext>
            </a:extLst>
          </p:cNvPr>
          <p:cNvSpPr txBox="1"/>
          <p:nvPr/>
        </p:nvSpPr>
        <p:spPr>
          <a:xfrm>
            <a:off x="5746087" y="643180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M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B0FF23A-9924-60CA-ACBF-D7F1A3952DE2}"/>
              </a:ext>
            </a:extLst>
          </p:cNvPr>
          <p:cNvSpPr txBox="1"/>
          <p:nvPr/>
        </p:nvSpPr>
        <p:spPr>
          <a:xfrm>
            <a:off x="6355687" y="643180"/>
            <a:ext cx="38504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M</a:t>
            </a:r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BFB39B83-11BE-3B76-3ADD-ECA638B444C8}"/>
              </a:ext>
            </a:extLst>
          </p:cNvPr>
          <p:cNvSpPr txBox="1"/>
          <p:nvPr/>
        </p:nvSpPr>
        <p:spPr>
          <a:xfrm>
            <a:off x="5746087" y="1099110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N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2E7D2596-01AE-6016-7A2C-076FD9DEB779}"/>
              </a:ext>
            </a:extLst>
          </p:cNvPr>
          <p:cNvSpPr txBox="1"/>
          <p:nvPr/>
        </p:nvSpPr>
        <p:spPr>
          <a:xfrm>
            <a:off x="6355687" y="1099110"/>
            <a:ext cx="35298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N</a:t>
            </a:r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3B923EE0-EB4B-0AC4-2FC7-D014636A165B}"/>
              </a:ext>
            </a:extLst>
          </p:cNvPr>
          <p:cNvSpPr txBox="1"/>
          <p:nvPr/>
        </p:nvSpPr>
        <p:spPr>
          <a:xfrm>
            <a:off x="5746087" y="155504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O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9502A4E2-82CD-2650-C796-72B9A4927656}"/>
              </a:ext>
            </a:extLst>
          </p:cNvPr>
          <p:cNvSpPr txBox="1"/>
          <p:nvPr/>
        </p:nvSpPr>
        <p:spPr>
          <a:xfrm>
            <a:off x="6355687" y="1555040"/>
            <a:ext cx="35939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O</a:t>
            </a:r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AD7250F8-27AF-018B-537C-72FDFA84E24B}"/>
              </a:ext>
            </a:extLst>
          </p:cNvPr>
          <p:cNvSpPr txBox="1"/>
          <p:nvPr/>
        </p:nvSpPr>
        <p:spPr>
          <a:xfrm>
            <a:off x="5746087" y="201097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P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3EC0010C-82CF-2630-CFE5-5C61EFA8A6B7}"/>
              </a:ext>
            </a:extLst>
          </p:cNvPr>
          <p:cNvSpPr txBox="1"/>
          <p:nvPr/>
        </p:nvSpPr>
        <p:spPr>
          <a:xfrm>
            <a:off x="6355687" y="2010970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P</a:t>
            </a:r>
            <a:endParaRPr lang="zh-CN" altLang="en-US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984F3762-7A0E-16A2-D5D8-CA82FF2CB38A}"/>
              </a:ext>
            </a:extLst>
          </p:cNvPr>
          <p:cNvSpPr txBox="1"/>
          <p:nvPr/>
        </p:nvSpPr>
        <p:spPr>
          <a:xfrm>
            <a:off x="5746087" y="246690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Q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4F712218-8BBD-F135-4800-798032B1D2B8}"/>
              </a:ext>
            </a:extLst>
          </p:cNvPr>
          <p:cNvSpPr txBox="1"/>
          <p:nvPr/>
        </p:nvSpPr>
        <p:spPr>
          <a:xfrm>
            <a:off x="6355687" y="2466900"/>
            <a:ext cx="35939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Q</a:t>
            </a:r>
            <a:endParaRPr lang="zh-CN" altLang="en-US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8D4E8C18-E3F8-6059-6D20-BC28E3F58920}"/>
              </a:ext>
            </a:extLst>
          </p:cNvPr>
          <p:cNvSpPr txBox="1"/>
          <p:nvPr/>
        </p:nvSpPr>
        <p:spPr>
          <a:xfrm>
            <a:off x="5746087" y="2922830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R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FDB404A9-38D4-45BC-F3B1-6F5BE3FAD82F}"/>
              </a:ext>
            </a:extLst>
          </p:cNvPr>
          <p:cNvSpPr txBox="1"/>
          <p:nvPr/>
        </p:nvSpPr>
        <p:spPr>
          <a:xfrm>
            <a:off x="6355687" y="2922830"/>
            <a:ext cx="31771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R</a:t>
            </a:r>
            <a:endParaRPr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E5A90018-1712-FD11-5BB6-70E8782C2259}"/>
              </a:ext>
            </a:extLst>
          </p:cNvPr>
          <p:cNvSpPr txBox="1"/>
          <p:nvPr/>
        </p:nvSpPr>
        <p:spPr>
          <a:xfrm>
            <a:off x="5746087" y="3378760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S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CF8D2617-6169-988F-D670-BE40F1CFFA19}"/>
              </a:ext>
            </a:extLst>
          </p:cNvPr>
          <p:cNvSpPr txBox="1"/>
          <p:nvPr/>
        </p:nvSpPr>
        <p:spPr>
          <a:xfrm>
            <a:off x="6355687" y="3378760"/>
            <a:ext cx="30328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S</a:t>
            </a:r>
            <a:endParaRPr lang="zh-CN" altLang="en-US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83585B6-7F6E-910E-0182-D1BFFA40DBD9}"/>
              </a:ext>
            </a:extLst>
          </p:cNvPr>
          <p:cNvSpPr txBox="1"/>
          <p:nvPr/>
        </p:nvSpPr>
        <p:spPr>
          <a:xfrm>
            <a:off x="5746087" y="3834690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T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6B4EA3C7-9661-B232-EE86-4D56EA79B912}"/>
              </a:ext>
            </a:extLst>
          </p:cNvPr>
          <p:cNvSpPr txBox="1"/>
          <p:nvPr/>
        </p:nvSpPr>
        <p:spPr>
          <a:xfrm>
            <a:off x="6355687" y="3834690"/>
            <a:ext cx="30489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T</a:t>
            </a:r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09541C0C-45E9-80A7-A76C-0B7361BCE963}"/>
              </a:ext>
            </a:extLst>
          </p:cNvPr>
          <p:cNvSpPr txBox="1"/>
          <p:nvPr/>
        </p:nvSpPr>
        <p:spPr>
          <a:xfrm>
            <a:off x="5746087" y="4309753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U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6A72BCC1-4F1F-8F56-B0D5-9F8354EFF911}"/>
              </a:ext>
            </a:extLst>
          </p:cNvPr>
          <p:cNvSpPr txBox="1"/>
          <p:nvPr/>
        </p:nvSpPr>
        <p:spPr>
          <a:xfrm>
            <a:off x="6355687" y="4309753"/>
            <a:ext cx="33855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U</a:t>
            </a:r>
            <a:endParaRPr lang="zh-CN" altLang="en-US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F9494FA8-4673-7BF9-3E0A-AC546BCACCE0}"/>
              </a:ext>
            </a:extLst>
          </p:cNvPr>
          <p:cNvSpPr txBox="1"/>
          <p:nvPr/>
        </p:nvSpPr>
        <p:spPr>
          <a:xfrm>
            <a:off x="5746087" y="4765683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V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E9EB0E8C-66F2-5BF4-4958-F2C113252B94}"/>
              </a:ext>
            </a:extLst>
          </p:cNvPr>
          <p:cNvSpPr txBox="1"/>
          <p:nvPr/>
        </p:nvSpPr>
        <p:spPr>
          <a:xfrm>
            <a:off x="6355687" y="4765683"/>
            <a:ext cx="33214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V</a:t>
            </a:r>
            <a:endParaRPr lang="zh-CN" altLang="en-US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5FF2CC0B-6A0F-7EEF-D20B-5BA261B8C22B}"/>
              </a:ext>
            </a:extLst>
          </p:cNvPr>
          <p:cNvSpPr txBox="1"/>
          <p:nvPr/>
        </p:nvSpPr>
        <p:spPr>
          <a:xfrm>
            <a:off x="5746087" y="5221613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W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E9919B09-3683-5E6F-D757-44B25E70D3EC}"/>
              </a:ext>
            </a:extLst>
          </p:cNvPr>
          <p:cNvSpPr txBox="1"/>
          <p:nvPr/>
        </p:nvSpPr>
        <p:spPr>
          <a:xfrm>
            <a:off x="6355687" y="5221613"/>
            <a:ext cx="39626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W</a:t>
            </a:r>
            <a:endParaRPr lang="zh-CN" altLang="en-US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1A8A9429-4109-9329-26EB-8F29F02D79BD}"/>
              </a:ext>
            </a:extLst>
          </p:cNvPr>
          <p:cNvSpPr txBox="1"/>
          <p:nvPr/>
        </p:nvSpPr>
        <p:spPr>
          <a:xfrm>
            <a:off x="5746087" y="5677543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X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04C37E71-25C7-375F-F726-D1681F67B02E}"/>
              </a:ext>
            </a:extLst>
          </p:cNvPr>
          <p:cNvSpPr txBox="1"/>
          <p:nvPr/>
        </p:nvSpPr>
        <p:spPr>
          <a:xfrm>
            <a:off x="6355687" y="5677543"/>
            <a:ext cx="31771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X</a:t>
            </a:r>
            <a:endParaRPr lang="zh-CN" altLang="en-US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CEC6FA70-0B33-31C2-3271-9B47C0BD04A8}"/>
              </a:ext>
            </a:extLst>
          </p:cNvPr>
          <p:cNvSpPr txBox="1"/>
          <p:nvPr/>
        </p:nvSpPr>
        <p:spPr>
          <a:xfrm>
            <a:off x="7086318" y="64318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Y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D1BD153A-A8BC-0DE8-D264-9A3320CB0C74}"/>
              </a:ext>
            </a:extLst>
          </p:cNvPr>
          <p:cNvSpPr txBox="1"/>
          <p:nvPr/>
        </p:nvSpPr>
        <p:spPr>
          <a:xfrm>
            <a:off x="7695918" y="643180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Y</a:t>
            </a:r>
            <a:endParaRPr lang="zh-CN" altLang="en-US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DFC266DA-E464-8D26-5407-3F276C818100}"/>
              </a:ext>
            </a:extLst>
          </p:cNvPr>
          <p:cNvSpPr txBox="1"/>
          <p:nvPr/>
        </p:nvSpPr>
        <p:spPr>
          <a:xfrm>
            <a:off x="7086318" y="1099110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Z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23809193-50E3-09BB-258B-E5B3221E00D0}"/>
              </a:ext>
            </a:extLst>
          </p:cNvPr>
          <p:cNvSpPr txBox="1"/>
          <p:nvPr/>
        </p:nvSpPr>
        <p:spPr>
          <a:xfrm>
            <a:off x="7695918" y="1099110"/>
            <a:ext cx="31611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Z</a:t>
            </a:r>
            <a:endParaRPr lang="zh-CN" altLang="en-US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F1539971-6506-4CF4-7413-750365583E60}"/>
              </a:ext>
            </a:extLst>
          </p:cNvPr>
          <p:cNvSpPr txBox="1"/>
          <p:nvPr/>
        </p:nvSpPr>
        <p:spPr>
          <a:xfrm>
            <a:off x="7086318" y="155504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0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3B3925FF-E9F6-C12A-AAA2-6C5EF841A668}"/>
              </a:ext>
            </a:extLst>
          </p:cNvPr>
          <p:cNvSpPr txBox="1"/>
          <p:nvPr/>
        </p:nvSpPr>
        <p:spPr>
          <a:xfrm>
            <a:off x="7695918" y="1555040"/>
            <a:ext cx="30649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2C1A26CA-8068-D983-D058-705DEEA4FBE5}"/>
              </a:ext>
            </a:extLst>
          </p:cNvPr>
          <p:cNvSpPr txBox="1"/>
          <p:nvPr/>
        </p:nvSpPr>
        <p:spPr>
          <a:xfrm>
            <a:off x="7086318" y="201097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1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B0D5CC87-EF5E-84BF-77AB-B562DAEFCBC6}"/>
              </a:ext>
            </a:extLst>
          </p:cNvPr>
          <p:cNvSpPr txBox="1"/>
          <p:nvPr/>
        </p:nvSpPr>
        <p:spPr>
          <a:xfrm>
            <a:off x="7695918" y="2010970"/>
            <a:ext cx="30649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67CE85AA-E555-A97D-7DBB-89502D673AA1}"/>
              </a:ext>
            </a:extLst>
          </p:cNvPr>
          <p:cNvSpPr txBox="1"/>
          <p:nvPr/>
        </p:nvSpPr>
        <p:spPr>
          <a:xfrm>
            <a:off x="7086318" y="24669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2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4DB7F1CC-3B67-7E32-A01E-BD6CCB6979D3}"/>
              </a:ext>
            </a:extLst>
          </p:cNvPr>
          <p:cNvSpPr txBox="1"/>
          <p:nvPr/>
        </p:nvSpPr>
        <p:spPr>
          <a:xfrm>
            <a:off x="7695918" y="2466900"/>
            <a:ext cx="30649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C3BD629F-241F-4E9E-938F-474F285FA9B7}"/>
              </a:ext>
            </a:extLst>
          </p:cNvPr>
          <p:cNvSpPr txBox="1"/>
          <p:nvPr/>
        </p:nvSpPr>
        <p:spPr>
          <a:xfrm>
            <a:off x="7086318" y="292283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3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0A526C92-909A-8621-8489-52FFC2B775B5}"/>
              </a:ext>
            </a:extLst>
          </p:cNvPr>
          <p:cNvSpPr txBox="1"/>
          <p:nvPr/>
        </p:nvSpPr>
        <p:spPr>
          <a:xfrm>
            <a:off x="7695918" y="2922830"/>
            <a:ext cx="30649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3</a:t>
            </a:r>
            <a:endParaRPr lang="zh-CN" altLang="en-US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4D0857A2-B5E5-53BE-8F55-9A20F9D35E40}"/>
              </a:ext>
            </a:extLst>
          </p:cNvPr>
          <p:cNvSpPr txBox="1"/>
          <p:nvPr/>
        </p:nvSpPr>
        <p:spPr>
          <a:xfrm>
            <a:off x="7086318" y="337876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4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7BB8E3D3-2AE3-6E9C-BE0B-E2451C1B78FF}"/>
              </a:ext>
            </a:extLst>
          </p:cNvPr>
          <p:cNvSpPr txBox="1"/>
          <p:nvPr/>
        </p:nvSpPr>
        <p:spPr>
          <a:xfrm>
            <a:off x="7695918" y="3378760"/>
            <a:ext cx="30649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82C95AF2-A71C-FC76-DC1D-9D50E7FCBD08}"/>
              </a:ext>
            </a:extLst>
          </p:cNvPr>
          <p:cNvSpPr txBox="1"/>
          <p:nvPr/>
        </p:nvSpPr>
        <p:spPr>
          <a:xfrm>
            <a:off x="7086318" y="383469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5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818AC814-E809-489A-45E7-B34098B8E519}"/>
              </a:ext>
            </a:extLst>
          </p:cNvPr>
          <p:cNvSpPr txBox="1"/>
          <p:nvPr/>
        </p:nvSpPr>
        <p:spPr>
          <a:xfrm>
            <a:off x="7695918" y="3834690"/>
            <a:ext cx="30649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5</a:t>
            </a:r>
            <a:endParaRPr lang="zh-CN" altLang="en-US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4F2B8A85-3DCF-0C4A-8D83-63CFB103FA55}"/>
              </a:ext>
            </a:extLst>
          </p:cNvPr>
          <p:cNvSpPr txBox="1"/>
          <p:nvPr/>
        </p:nvSpPr>
        <p:spPr>
          <a:xfrm>
            <a:off x="7086318" y="430975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6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8177E90D-D2EA-A39F-0C20-7D61F364CDFE}"/>
              </a:ext>
            </a:extLst>
          </p:cNvPr>
          <p:cNvSpPr txBox="1"/>
          <p:nvPr/>
        </p:nvSpPr>
        <p:spPr>
          <a:xfrm>
            <a:off x="7695918" y="4309753"/>
            <a:ext cx="30649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6</a:t>
            </a:r>
            <a:endParaRPr lang="zh-CN" altLang="en-US"/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748C4E7D-31D0-DB9B-4573-99FF4AAF8309}"/>
              </a:ext>
            </a:extLst>
          </p:cNvPr>
          <p:cNvSpPr txBox="1"/>
          <p:nvPr/>
        </p:nvSpPr>
        <p:spPr>
          <a:xfrm>
            <a:off x="7086318" y="476568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7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9B796652-E615-FA86-399D-E7BFFC9086D5}"/>
              </a:ext>
            </a:extLst>
          </p:cNvPr>
          <p:cNvSpPr txBox="1"/>
          <p:nvPr/>
        </p:nvSpPr>
        <p:spPr>
          <a:xfrm>
            <a:off x="7695918" y="4765683"/>
            <a:ext cx="30649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7</a:t>
            </a:r>
            <a:endParaRPr lang="zh-CN" altLang="en-US"/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A09A4DFD-1D0B-739D-66E6-3FCD74CA32F0}"/>
              </a:ext>
            </a:extLst>
          </p:cNvPr>
          <p:cNvSpPr txBox="1"/>
          <p:nvPr/>
        </p:nvSpPr>
        <p:spPr>
          <a:xfrm>
            <a:off x="7086318" y="522161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8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76504B8B-244C-DCB6-25D6-AD236043C0D8}"/>
              </a:ext>
            </a:extLst>
          </p:cNvPr>
          <p:cNvSpPr txBox="1"/>
          <p:nvPr/>
        </p:nvSpPr>
        <p:spPr>
          <a:xfrm>
            <a:off x="7695918" y="5221613"/>
            <a:ext cx="30649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8</a:t>
            </a:r>
            <a:endParaRPr lang="zh-CN" altLang="en-US"/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EC26AF24-3712-3E33-7E13-A21225E0F703}"/>
              </a:ext>
            </a:extLst>
          </p:cNvPr>
          <p:cNvSpPr txBox="1"/>
          <p:nvPr/>
        </p:nvSpPr>
        <p:spPr>
          <a:xfrm>
            <a:off x="7086318" y="567754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9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A29C4ACB-7D14-8586-C913-FB65B906668B}"/>
              </a:ext>
            </a:extLst>
          </p:cNvPr>
          <p:cNvSpPr txBox="1"/>
          <p:nvPr/>
        </p:nvSpPr>
        <p:spPr>
          <a:xfrm>
            <a:off x="7695918" y="5677543"/>
            <a:ext cx="30649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9</a:t>
            </a:r>
            <a:endParaRPr lang="zh-CN" altLang="en-US"/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559CDBEB-1BAB-2DE4-08EC-B0AE26993BBA}"/>
              </a:ext>
            </a:extLst>
          </p:cNvPr>
          <p:cNvSpPr txBox="1"/>
          <p:nvPr/>
        </p:nvSpPr>
        <p:spPr>
          <a:xfrm>
            <a:off x="8430886" y="643180"/>
            <a:ext cx="243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`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FA5C5C95-B04F-3112-E031-D0C3CB813746}"/>
              </a:ext>
            </a:extLst>
          </p:cNvPr>
          <p:cNvSpPr txBox="1"/>
          <p:nvPr/>
        </p:nvSpPr>
        <p:spPr>
          <a:xfrm>
            <a:off x="9040486" y="643180"/>
            <a:ext cx="24397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`</a:t>
            </a:r>
            <a:endParaRPr lang="zh-CN" altLang="en-US"/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DC8735A6-9BDF-D60D-8768-DF62DFE0E80B}"/>
              </a:ext>
            </a:extLst>
          </p:cNvPr>
          <p:cNvSpPr txBox="1"/>
          <p:nvPr/>
        </p:nvSpPr>
        <p:spPr>
          <a:xfrm>
            <a:off x="8430886" y="109911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-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EE12F946-4AD8-E8DB-74F7-BE426073142A}"/>
              </a:ext>
            </a:extLst>
          </p:cNvPr>
          <p:cNvSpPr txBox="1"/>
          <p:nvPr/>
        </p:nvSpPr>
        <p:spPr>
          <a:xfrm>
            <a:off x="9040486" y="1099110"/>
            <a:ext cx="30008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-</a:t>
            </a:r>
            <a:endParaRPr lang="zh-CN" altLang="en-US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6C2E47DD-91A6-0174-7465-4CF54A8BD1B2}"/>
              </a:ext>
            </a:extLst>
          </p:cNvPr>
          <p:cNvSpPr txBox="1"/>
          <p:nvPr/>
        </p:nvSpPr>
        <p:spPr>
          <a:xfrm>
            <a:off x="8430886" y="1555040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=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E3220CFD-D6D5-C06E-941A-D31593A353E7}"/>
              </a:ext>
            </a:extLst>
          </p:cNvPr>
          <p:cNvSpPr txBox="1"/>
          <p:nvPr/>
        </p:nvSpPr>
        <p:spPr>
          <a:xfrm>
            <a:off x="9040486" y="1555040"/>
            <a:ext cx="33855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=</a:t>
            </a:r>
            <a:endParaRPr lang="zh-CN" altLang="en-US"/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2A249E5F-A5C5-F627-56D4-E9DEC28E4D37}"/>
              </a:ext>
            </a:extLst>
          </p:cNvPr>
          <p:cNvSpPr txBox="1"/>
          <p:nvPr/>
        </p:nvSpPr>
        <p:spPr>
          <a:xfrm>
            <a:off x="8430886" y="2010970"/>
            <a:ext cx="251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[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96F74FD9-946E-07DB-6AC6-7460BFCCD51B}"/>
              </a:ext>
            </a:extLst>
          </p:cNvPr>
          <p:cNvSpPr txBox="1"/>
          <p:nvPr/>
        </p:nvSpPr>
        <p:spPr>
          <a:xfrm>
            <a:off x="9040486" y="2010970"/>
            <a:ext cx="25199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[</a:t>
            </a:r>
            <a:endParaRPr lang="zh-CN" altLang="en-US"/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FEF1E09C-9591-B89C-C86F-53B705042134}"/>
              </a:ext>
            </a:extLst>
          </p:cNvPr>
          <p:cNvSpPr txBox="1"/>
          <p:nvPr/>
        </p:nvSpPr>
        <p:spPr>
          <a:xfrm>
            <a:off x="8430886" y="2466900"/>
            <a:ext cx="251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]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541AD4C9-1563-FFA3-91AB-0CABB545CB69}"/>
              </a:ext>
            </a:extLst>
          </p:cNvPr>
          <p:cNvSpPr txBox="1"/>
          <p:nvPr/>
        </p:nvSpPr>
        <p:spPr>
          <a:xfrm>
            <a:off x="9040486" y="2466900"/>
            <a:ext cx="25199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]</a:t>
            </a:r>
            <a:endParaRPr lang="zh-CN" altLang="en-US"/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B0A1E2B8-92C3-A49F-79BF-C4FCA43D9355}"/>
              </a:ext>
            </a:extLst>
          </p:cNvPr>
          <p:cNvSpPr txBox="1"/>
          <p:nvPr/>
        </p:nvSpPr>
        <p:spPr>
          <a:xfrm>
            <a:off x="8430886" y="2922830"/>
            <a:ext cx="271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\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62E2477A-CCB2-5982-D347-C21D4FEE47AE}"/>
              </a:ext>
            </a:extLst>
          </p:cNvPr>
          <p:cNvSpPr txBox="1"/>
          <p:nvPr/>
        </p:nvSpPr>
        <p:spPr>
          <a:xfrm>
            <a:off x="9040486" y="2922830"/>
            <a:ext cx="27122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\</a:t>
            </a:r>
            <a:endParaRPr lang="zh-CN" altLang="en-US"/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EF83885F-3079-45C1-6678-0BFADA914BB6}"/>
              </a:ext>
            </a:extLst>
          </p:cNvPr>
          <p:cNvSpPr txBox="1"/>
          <p:nvPr/>
        </p:nvSpPr>
        <p:spPr>
          <a:xfrm>
            <a:off x="8430886" y="3378760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;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D28DD317-5BA7-03E8-EFB6-6119C4611B62}"/>
              </a:ext>
            </a:extLst>
          </p:cNvPr>
          <p:cNvSpPr txBox="1"/>
          <p:nvPr/>
        </p:nvSpPr>
        <p:spPr>
          <a:xfrm>
            <a:off x="9040486" y="3378760"/>
            <a:ext cx="23596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;</a:t>
            </a:r>
            <a:endParaRPr lang="zh-CN" altLang="en-US"/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F7B122E6-1632-2F0B-8722-0A20025D3A9E}"/>
              </a:ext>
            </a:extLst>
          </p:cNvPr>
          <p:cNvSpPr txBox="1"/>
          <p:nvPr/>
        </p:nvSpPr>
        <p:spPr>
          <a:xfrm>
            <a:off x="8430886" y="3834690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‘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28D3D73C-75DD-6F6B-AF5D-05AB9A3B63AE}"/>
              </a:ext>
            </a:extLst>
          </p:cNvPr>
          <p:cNvSpPr txBox="1"/>
          <p:nvPr/>
        </p:nvSpPr>
        <p:spPr>
          <a:xfrm>
            <a:off x="9040486" y="3834690"/>
            <a:ext cx="23596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‘</a:t>
            </a:r>
            <a:endParaRPr lang="zh-CN" altLang="en-US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2409567C-ECA6-AC14-A26E-7F72DFCA1FA1}"/>
              </a:ext>
            </a:extLst>
          </p:cNvPr>
          <p:cNvSpPr txBox="1"/>
          <p:nvPr/>
        </p:nvSpPr>
        <p:spPr>
          <a:xfrm>
            <a:off x="8430886" y="4309753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,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0DF09397-630D-A2C7-E8DB-9A1943AD4FF2}"/>
              </a:ext>
            </a:extLst>
          </p:cNvPr>
          <p:cNvSpPr txBox="1"/>
          <p:nvPr/>
        </p:nvSpPr>
        <p:spPr>
          <a:xfrm>
            <a:off x="9040486" y="4309753"/>
            <a:ext cx="23596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,</a:t>
            </a:r>
            <a:endParaRPr lang="zh-CN" altLang="en-US"/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DCF34DA7-E07F-30C2-325C-9703E0FD631B}"/>
              </a:ext>
            </a:extLst>
          </p:cNvPr>
          <p:cNvSpPr txBox="1"/>
          <p:nvPr/>
        </p:nvSpPr>
        <p:spPr>
          <a:xfrm>
            <a:off x="8430886" y="4765683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.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3A888D54-332E-4AFA-9B55-D6CFF52198EA}"/>
              </a:ext>
            </a:extLst>
          </p:cNvPr>
          <p:cNvSpPr txBox="1"/>
          <p:nvPr/>
        </p:nvSpPr>
        <p:spPr>
          <a:xfrm>
            <a:off x="9040486" y="4765683"/>
            <a:ext cx="23596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.</a:t>
            </a:r>
            <a:endParaRPr lang="zh-CN" altLang="en-US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549265FB-B505-D2DD-30A1-7D00DF045D82}"/>
              </a:ext>
            </a:extLst>
          </p:cNvPr>
          <p:cNvSpPr txBox="1"/>
          <p:nvPr/>
        </p:nvSpPr>
        <p:spPr>
          <a:xfrm>
            <a:off x="8430886" y="5221613"/>
            <a:ext cx="271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/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2B6D7833-ABA6-F090-E24B-F62D7496FF82}"/>
              </a:ext>
            </a:extLst>
          </p:cNvPr>
          <p:cNvSpPr txBox="1"/>
          <p:nvPr/>
        </p:nvSpPr>
        <p:spPr>
          <a:xfrm>
            <a:off x="9040486" y="5221613"/>
            <a:ext cx="27122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/</a:t>
            </a:r>
            <a:endParaRPr lang="zh-CN" altLang="en-US"/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335AC95B-5DC7-0246-9F23-72D4E9E5FC73}"/>
              </a:ext>
            </a:extLst>
          </p:cNvPr>
          <p:cNvSpPr txBox="1"/>
          <p:nvPr/>
        </p:nvSpPr>
        <p:spPr>
          <a:xfrm>
            <a:off x="8430886" y="5677543"/>
            <a:ext cx="24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 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620701F0-2594-A93D-7B1F-FB56C4BF36E1}"/>
              </a:ext>
            </a:extLst>
          </p:cNvPr>
          <p:cNvSpPr txBox="1"/>
          <p:nvPr/>
        </p:nvSpPr>
        <p:spPr>
          <a:xfrm>
            <a:off x="9040486" y="5677543"/>
            <a:ext cx="24718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 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5211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矩形 813">
            <a:extLst>
              <a:ext uri="{FF2B5EF4-FFF2-40B4-BE49-F238E27FC236}">
                <a16:creationId xmlns:a16="http://schemas.microsoft.com/office/drawing/2014/main" id="{10273E2D-6681-7110-D556-0E4BF0157905}"/>
              </a:ext>
            </a:extLst>
          </p:cNvPr>
          <p:cNvSpPr/>
          <p:nvPr/>
        </p:nvSpPr>
        <p:spPr>
          <a:xfrm>
            <a:off x="157237" y="130885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4" name="矩形 833">
            <a:extLst>
              <a:ext uri="{FF2B5EF4-FFF2-40B4-BE49-F238E27FC236}">
                <a16:creationId xmlns:a16="http://schemas.microsoft.com/office/drawing/2014/main" id="{E0E509FE-879A-74F5-ABF9-80A0CCDAEF82}"/>
              </a:ext>
            </a:extLst>
          </p:cNvPr>
          <p:cNvSpPr/>
          <p:nvPr/>
        </p:nvSpPr>
        <p:spPr>
          <a:xfrm>
            <a:off x="877237" y="130885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5" name="矩形 834">
            <a:extLst>
              <a:ext uri="{FF2B5EF4-FFF2-40B4-BE49-F238E27FC236}">
                <a16:creationId xmlns:a16="http://schemas.microsoft.com/office/drawing/2014/main" id="{BA74BEEF-F68E-065C-AD6B-3898872B37FC}"/>
              </a:ext>
            </a:extLst>
          </p:cNvPr>
          <p:cNvSpPr/>
          <p:nvPr/>
        </p:nvSpPr>
        <p:spPr>
          <a:xfrm>
            <a:off x="1597237" y="130885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6" name="矩形 835">
            <a:extLst>
              <a:ext uri="{FF2B5EF4-FFF2-40B4-BE49-F238E27FC236}">
                <a16:creationId xmlns:a16="http://schemas.microsoft.com/office/drawing/2014/main" id="{228526F3-495F-8992-160F-F51628763F62}"/>
              </a:ext>
            </a:extLst>
          </p:cNvPr>
          <p:cNvSpPr/>
          <p:nvPr/>
        </p:nvSpPr>
        <p:spPr>
          <a:xfrm>
            <a:off x="2317237" y="130885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7" name="矩形 836">
            <a:extLst>
              <a:ext uri="{FF2B5EF4-FFF2-40B4-BE49-F238E27FC236}">
                <a16:creationId xmlns:a16="http://schemas.microsoft.com/office/drawing/2014/main" id="{76FE6492-8A39-BEA7-E863-467A854C806E}"/>
              </a:ext>
            </a:extLst>
          </p:cNvPr>
          <p:cNvSpPr/>
          <p:nvPr/>
        </p:nvSpPr>
        <p:spPr>
          <a:xfrm>
            <a:off x="3037237" y="130885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8" name="矩形 837">
            <a:extLst>
              <a:ext uri="{FF2B5EF4-FFF2-40B4-BE49-F238E27FC236}">
                <a16:creationId xmlns:a16="http://schemas.microsoft.com/office/drawing/2014/main" id="{03F7E8B8-B232-A773-71C5-7CA1E32237A5}"/>
              </a:ext>
            </a:extLst>
          </p:cNvPr>
          <p:cNvSpPr/>
          <p:nvPr/>
        </p:nvSpPr>
        <p:spPr>
          <a:xfrm>
            <a:off x="3757237" y="130885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9" name="矩形 838">
            <a:extLst>
              <a:ext uri="{FF2B5EF4-FFF2-40B4-BE49-F238E27FC236}">
                <a16:creationId xmlns:a16="http://schemas.microsoft.com/office/drawing/2014/main" id="{361C8143-85EA-7632-D22F-147B130D94C0}"/>
              </a:ext>
            </a:extLst>
          </p:cNvPr>
          <p:cNvSpPr/>
          <p:nvPr/>
        </p:nvSpPr>
        <p:spPr>
          <a:xfrm>
            <a:off x="4477237" y="130885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0" name="矩形 839">
            <a:extLst>
              <a:ext uri="{FF2B5EF4-FFF2-40B4-BE49-F238E27FC236}">
                <a16:creationId xmlns:a16="http://schemas.microsoft.com/office/drawing/2014/main" id="{52390ED6-CFB5-5037-BE4F-4690E6285C72}"/>
              </a:ext>
            </a:extLst>
          </p:cNvPr>
          <p:cNvSpPr/>
          <p:nvPr/>
        </p:nvSpPr>
        <p:spPr>
          <a:xfrm>
            <a:off x="5194765" y="130885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1" name="矩形 840">
            <a:extLst>
              <a:ext uri="{FF2B5EF4-FFF2-40B4-BE49-F238E27FC236}">
                <a16:creationId xmlns:a16="http://schemas.microsoft.com/office/drawing/2014/main" id="{E2505B8A-DC8C-8B8B-E769-0D48B75EFAEE}"/>
              </a:ext>
            </a:extLst>
          </p:cNvPr>
          <p:cNvSpPr/>
          <p:nvPr/>
        </p:nvSpPr>
        <p:spPr>
          <a:xfrm>
            <a:off x="5914765" y="130885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2" name="矩形 841">
            <a:extLst>
              <a:ext uri="{FF2B5EF4-FFF2-40B4-BE49-F238E27FC236}">
                <a16:creationId xmlns:a16="http://schemas.microsoft.com/office/drawing/2014/main" id="{EA107E59-B46F-C1F2-9176-506302FAB40A}"/>
              </a:ext>
            </a:extLst>
          </p:cNvPr>
          <p:cNvSpPr/>
          <p:nvPr/>
        </p:nvSpPr>
        <p:spPr>
          <a:xfrm>
            <a:off x="6634765" y="130885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3" name="矩形 842">
            <a:extLst>
              <a:ext uri="{FF2B5EF4-FFF2-40B4-BE49-F238E27FC236}">
                <a16:creationId xmlns:a16="http://schemas.microsoft.com/office/drawing/2014/main" id="{5AB8A969-E4C8-9138-B1F0-E17405EE333A}"/>
              </a:ext>
            </a:extLst>
          </p:cNvPr>
          <p:cNvSpPr/>
          <p:nvPr/>
        </p:nvSpPr>
        <p:spPr>
          <a:xfrm>
            <a:off x="7352293" y="130885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4" name="矩形 843">
            <a:extLst>
              <a:ext uri="{FF2B5EF4-FFF2-40B4-BE49-F238E27FC236}">
                <a16:creationId xmlns:a16="http://schemas.microsoft.com/office/drawing/2014/main" id="{1B55563A-D80C-B4B5-B44C-90A7AE78DBA3}"/>
              </a:ext>
            </a:extLst>
          </p:cNvPr>
          <p:cNvSpPr/>
          <p:nvPr/>
        </p:nvSpPr>
        <p:spPr>
          <a:xfrm>
            <a:off x="8074765" y="130885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963CB7C-B10E-B8A2-2E7A-597639D259D4}"/>
              </a:ext>
            </a:extLst>
          </p:cNvPr>
          <p:cNvSpPr/>
          <p:nvPr/>
        </p:nvSpPr>
        <p:spPr>
          <a:xfrm>
            <a:off x="337237" y="31160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F947847-6DD3-AB44-F1A3-FE93A5B766E8}"/>
              </a:ext>
            </a:extLst>
          </p:cNvPr>
          <p:cNvSpPr/>
          <p:nvPr/>
        </p:nvSpPr>
        <p:spPr>
          <a:xfrm>
            <a:off x="517237" y="3116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B3FE19D-604C-CC33-0B09-587BB5232B08}"/>
              </a:ext>
            </a:extLst>
          </p:cNvPr>
          <p:cNvSpPr/>
          <p:nvPr/>
        </p:nvSpPr>
        <p:spPr>
          <a:xfrm>
            <a:off x="697237" y="31160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15E8BD-BBC5-61F2-28ED-5A10BA5B52DC}"/>
              </a:ext>
            </a:extLst>
          </p:cNvPr>
          <p:cNvSpPr/>
          <p:nvPr/>
        </p:nvSpPr>
        <p:spPr>
          <a:xfrm>
            <a:off x="337237" y="49160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440F035-7C5E-C320-2A4F-C7573546EADC}"/>
              </a:ext>
            </a:extLst>
          </p:cNvPr>
          <p:cNvSpPr/>
          <p:nvPr/>
        </p:nvSpPr>
        <p:spPr>
          <a:xfrm>
            <a:off x="697237" y="49160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B64AC9A-7590-0C3E-78FC-181ADA09E26A}"/>
              </a:ext>
            </a:extLst>
          </p:cNvPr>
          <p:cNvSpPr/>
          <p:nvPr/>
        </p:nvSpPr>
        <p:spPr>
          <a:xfrm>
            <a:off x="337237" y="67151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D1A3C9C-3A4A-AB57-2C68-D6B11BAD1CDE}"/>
              </a:ext>
            </a:extLst>
          </p:cNvPr>
          <p:cNvSpPr/>
          <p:nvPr/>
        </p:nvSpPr>
        <p:spPr>
          <a:xfrm>
            <a:off x="517237" y="67160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1BADCA9-CA22-A060-6979-8A6AF439685F}"/>
              </a:ext>
            </a:extLst>
          </p:cNvPr>
          <p:cNvSpPr/>
          <p:nvPr/>
        </p:nvSpPr>
        <p:spPr>
          <a:xfrm>
            <a:off x="697237" y="67151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244208D-C547-B57B-3653-CA63A9F35FE5}"/>
              </a:ext>
            </a:extLst>
          </p:cNvPr>
          <p:cNvSpPr/>
          <p:nvPr/>
        </p:nvSpPr>
        <p:spPr>
          <a:xfrm>
            <a:off x="337237" y="85151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A530870-A2F1-F9B8-66B9-2DAA8E0EE7AD}"/>
              </a:ext>
            </a:extLst>
          </p:cNvPr>
          <p:cNvSpPr/>
          <p:nvPr/>
        </p:nvSpPr>
        <p:spPr>
          <a:xfrm>
            <a:off x="697237" y="85151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D30F454-720B-9F2E-F9F4-A14385A9505C}"/>
              </a:ext>
            </a:extLst>
          </p:cNvPr>
          <p:cNvSpPr/>
          <p:nvPr/>
        </p:nvSpPr>
        <p:spPr>
          <a:xfrm>
            <a:off x="337237" y="103133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AB21B7A-CF5F-C97D-2AC0-C09971726D4A}"/>
              </a:ext>
            </a:extLst>
          </p:cNvPr>
          <p:cNvSpPr/>
          <p:nvPr/>
        </p:nvSpPr>
        <p:spPr>
          <a:xfrm>
            <a:off x="697237" y="103133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A7BFBD3-E459-C021-F37A-15A5427DC01D}"/>
              </a:ext>
            </a:extLst>
          </p:cNvPr>
          <p:cNvSpPr/>
          <p:nvPr/>
        </p:nvSpPr>
        <p:spPr>
          <a:xfrm>
            <a:off x="1057237" y="31151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C1124DC-791C-FC1D-99CD-BE823BE08C74}"/>
              </a:ext>
            </a:extLst>
          </p:cNvPr>
          <p:cNvSpPr/>
          <p:nvPr/>
        </p:nvSpPr>
        <p:spPr>
          <a:xfrm>
            <a:off x="1237237" y="31160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FD08DB3-B628-8219-C0DD-28DC4D91AF61}"/>
              </a:ext>
            </a:extLst>
          </p:cNvPr>
          <p:cNvSpPr/>
          <p:nvPr/>
        </p:nvSpPr>
        <p:spPr>
          <a:xfrm>
            <a:off x="1417237" y="31151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79F64AE-702D-793A-8079-38BC0F38BAE4}"/>
              </a:ext>
            </a:extLst>
          </p:cNvPr>
          <p:cNvSpPr/>
          <p:nvPr/>
        </p:nvSpPr>
        <p:spPr>
          <a:xfrm>
            <a:off x="1057237" y="49151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38D1A80-4EC0-56F0-C250-EC33A4B8F18D}"/>
              </a:ext>
            </a:extLst>
          </p:cNvPr>
          <p:cNvSpPr/>
          <p:nvPr/>
        </p:nvSpPr>
        <p:spPr>
          <a:xfrm>
            <a:off x="1417237" y="49151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34C4663-DCDA-06F0-0E72-91AC060FCFEB}"/>
              </a:ext>
            </a:extLst>
          </p:cNvPr>
          <p:cNvSpPr/>
          <p:nvPr/>
        </p:nvSpPr>
        <p:spPr>
          <a:xfrm>
            <a:off x="1057237" y="67142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C67A6DA-7824-790B-E8E0-F25367F37D9B}"/>
              </a:ext>
            </a:extLst>
          </p:cNvPr>
          <p:cNvSpPr/>
          <p:nvPr/>
        </p:nvSpPr>
        <p:spPr>
          <a:xfrm>
            <a:off x="1237237" y="67151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B8268FF-BFB5-6724-DCA0-F39A29B7E7C3}"/>
              </a:ext>
            </a:extLst>
          </p:cNvPr>
          <p:cNvSpPr/>
          <p:nvPr/>
        </p:nvSpPr>
        <p:spPr>
          <a:xfrm>
            <a:off x="1057237" y="85129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FB95B28-AB5B-935C-DF87-E20A870B59F3}"/>
              </a:ext>
            </a:extLst>
          </p:cNvPr>
          <p:cNvSpPr/>
          <p:nvPr/>
        </p:nvSpPr>
        <p:spPr>
          <a:xfrm>
            <a:off x="1417237" y="85142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D7DC84B-5449-2569-4C6C-4CF3902D9592}"/>
              </a:ext>
            </a:extLst>
          </p:cNvPr>
          <p:cNvSpPr/>
          <p:nvPr/>
        </p:nvSpPr>
        <p:spPr>
          <a:xfrm>
            <a:off x="1057237" y="103124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71775F8-1ADE-22DF-5BBE-97C3B2E87C1A}"/>
              </a:ext>
            </a:extLst>
          </p:cNvPr>
          <p:cNvSpPr/>
          <p:nvPr/>
        </p:nvSpPr>
        <p:spPr>
          <a:xfrm>
            <a:off x="1237237" y="103133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788A54F5-2050-39FE-3FB7-C4BB43FC16E7}"/>
              </a:ext>
            </a:extLst>
          </p:cNvPr>
          <p:cNvSpPr/>
          <p:nvPr/>
        </p:nvSpPr>
        <p:spPr>
          <a:xfrm>
            <a:off x="1777237" y="31142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AEF33C93-7EC9-A3EF-6750-0495501CEC9A}"/>
              </a:ext>
            </a:extLst>
          </p:cNvPr>
          <p:cNvSpPr/>
          <p:nvPr/>
        </p:nvSpPr>
        <p:spPr>
          <a:xfrm>
            <a:off x="1957237" y="31151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7B3981A2-9AB5-FD0B-BCB9-4DC0F3825106}"/>
              </a:ext>
            </a:extLst>
          </p:cNvPr>
          <p:cNvSpPr/>
          <p:nvPr/>
        </p:nvSpPr>
        <p:spPr>
          <a:xfrm>
            <a:off x="2137237" y="31142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1B11CB84-F23C-158B-C87A-FBC692026A07}"/>
              </a:ext>
            </a:extLst>
          </p:cNvPr>
          <p:cNvSpPr/>
          <p:nvPr/>
        </p:nvSpPr>
        <p:spPr>
          <a:xfrm>
            <a:off x="1777237" y="49142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995A8843-8B3C-5EBF-27A5-7D470B8E21D5}"/>
              </a:ext>
            </a:extLst>
          </p:cNvPr>
          <p:cNvSpPr/>
          <p:nvPr/>
        </p:nvSpPr>
        <p:spPr>
          <a:xfrm>
            <a:off x="1777237" y="67133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0B92A7A0-F6E0-C58E-6729-FB91DABBDCC3}"/>
              </a:ext>
            </a:extLst>
          </p:cNvPr>
          <p:cNvSpPr/>
          <p:nvPr/>
        </p:nvSpPr>
        <p:spPr>
          <a:xfrm>
            <a:off x="1777237" y="85133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82E20A7A-97CA-8843-19F0-8861B42CC96C}"/>
              </a:ext>
            </a:extLst>
          </p:cNvPr>
          <p:cNvSpPr/>
          <p:nvPr/>
        </p:nvSpPr>
        <p:spPr>
          <a:xfrm>
            <a:off x="1777237" y="103115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B558C9D6-B3AF-F444-5873-9E6A3E65FFC9}"/>
              </a:ext>
            </a:extLst>
          </p:cNvPr>
          <p:cNvSpPr/>
          <p:nvPr/>
        </p:nvSpPr>
        <p:spPr>
          <a:xfrm>
            <a:off x="1957237" y="103124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40CD8C1B-FD40-FAF1-D8AD-125E443094F2}"/>
              </a:ext>
            </a:extLst>
          </p:cNvPr>
          <p:cNvSpPr/>
          <p:nvPr/>
        </p:nvSpPr>
        <p:spPr>
          <a:xfrm>
            <a:off x="2137237" y="103115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29B2C8DD-BDB9-1B13-0A33-83BC5B17341A}"/>
              </a:ext>
            </a:extLst>
          </p:cNvPr>
          <p:cNvSpPr/>
          <p:nvPr/>
        </p:nvSpPr>
        <p:spPr>
          <a:xfrm>
            <a:off x="2497237" y="31133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A42BCAB9-F194-1CAA-83DD-2CF35D8A5527}"/>
              </a:ext>
            </a:extLst>
          </p:cNvPr>
          <p:cNvSpPr/>
          <p:nvPr/>
        </p:nvSpPr>
        <p:spPr>
          <a:xfrm>
            <a:off x="2677237" y="31142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203C9A7A-5336-2C19-608F-3F249CBA6028}"/>
              </a:ext>
            </a:extLst>
          </p:cNvPr>
          <p:cNvSpPr/>
          <p:nvPr/>
        </p:nvSpPr>
        <p:spPr>
          <a:xfrm>
            <a:off x="2857237" y="31133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09A0B1A8-D5A8-32C8-8BD3-96C235FF652E}"/>
              </a:ext>
            </a:extLst>
          </p:cNvPr>
          <p:cNvSpPr/>
          <p:nvPr/>
        </p:nvSpPr>
        <p:spPr>
          <a:xfrm>
            <a:off x="2497237" y="49133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8D3C89A2-CFE8-610D-EE8C-31F9FEDEE4D2}"/>
              </a:ext>
            </a:extLst>
          </p:cNvPr>
          <p:cNvSpPr/>
          <p:nvPr/>
        </p:nvSpPr>
        <p:spPr>
          <a:xfrm>
            <a:off x="2857237" y="49133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AA159E79-AD17-0D78-D22A-861923BD8839}"/>
              </a:ext>
            </a:extLst>
          </p:cNvPr>
          <p:cNvSpPr/>
          <p:nvPr/>
        </p:nvSpPr>
        <p:spPr>
          <a:xfrm>
            <a:off x="2497237" y="67124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B94D1EEB-8733-D531-0DD2-F3D56F67AD1C}"/>
              </a:ext>
            </a:extLst>
          </p:cNvPr>
          <p:cNvSpPr/>
          <p:nvPr/>
        </p:nvSpPr>
        <p:spPr>
          <a:xfrm>
            <a:off x="2857237" y="67124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CA578DF7-3703-4015-B929-300BA7C2AAC0}"/>
              </a:ext>
            </a:extLst>
          </p:cNvPr>
          <p:cNvSpPr/>
          <p:nvPr/>
        </p:nvSpPr>
        <p:spPr>
          <a:xfrm>
            <a:off x="2497237" y="85111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B6689BF0-8D22-A76D-B0A6-D61AFD9D4314}"/>
              </a:ext>
            </a:extLst>
          </p:cNvPr>
          <p:cNvSpPr/>
          <p:nvPr/>
        </p:nvSpPr>
        <p:spPr>
          <a:xfrm>
            <a:off x="2857237" y="85124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15CE6698-A890-E119-FA1A-D3C81A7ED930}"/>
              </a:ext>
            </a:extLst>
          </p:cNvPr>
          <p:cNvSpPr/>
          <p:nvPr/>
        </p:nvSpPr>
        <p:spPr>
          <a:xfrm>
            <a:off x="2497237" y="103106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EAD25CE9-ADFE-816B-7685-7650AAEE1C9C}"/>
              </a:ext>
            </a:extLst>
          </p:cNvPr>
          <p:cNvSpPr/>
          <p:nvPr/>
        </p:nvSpPr>
        <p:spPr>
          <a:xfrm>
            <a:off x="2677237" y="103115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B76206C1-6218-44BF-4C03-1BEB3769EC72}"/>
              </a:ext>
            </a:extLst>
          </p:cNvPr>
          <p:cNvSpPr/>
          <p:nvPr/>
        </p:nvSpPr>
        <p:spPr>
          <a:xfrm>
            <a:off x="3217237" y="31106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4CF2963B-BEB4-A185-7103-2EA5F791F8D1}"/>
              </a:ext>
            </a:extLst>
          </p:cNvPr>
          <p:cNvSpPr/>
          <p:nvPr/>
        </p:nvSpPr>
        <p:spPr>
          <a:xfrm>
            <a:off x="3397237" y="31115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004A6206-120E-DC69-1BD6-819A44049F2A}"/>
              </a:ext>
            </a:extLst>
          </p:cNvPr>
          <p:cNvSpPr/>
          <p:nvPr/>
        </p:nvSpPr>
        <p:spPr>
          <a:xfrm>
            <a:off x="3577237" y="31106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34CA332A-09C5-F0D7-93EF-AFFD1982DD12}"/>
              </a:ext>
            </a:extLst>
          </p:cNvPr>
          <p:cNvSpPr/>
          <p:nvPr/>
        </p:nvSpPr>
        <p:spPr>
          <a:xfrm>
            <a:off x="3217237" y="49106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193C4E19-AC5C-A5B6-BD15-706978BCCA11}"/>
              </a:ext>
            </a:extLst>
          </p:cNvPr>
          <p:cNvSpPr/>
          <p:nvPr/>
        </p:nvSpPr>
        <p:spPr>
          <a:xfrm>
            <a:off x="3217237" y="67097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283993BB-CA72-C95A-3A88-7033739A7CBA}"/>
              </a:ext>
            </a:extLst>
          </p:cNvPr>
          <p:cNvSpPr/>
          <p:nvPr/>
        </p:nvSpPr>
        <p:spPr>
          <a:xfrm>
            <a:off x="3397237" y="67106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50C10DE1-8AC1-E7CD-621F-7E3AA5B66CD1}"/>
              </a:ext>
            </a:extLst>
          </p:cNvPr>
          <p:cNvSpPr/>
          <p:nvPr/>
        </p:nvSpPr>
        <p:spPr>
          <a:xfrm>
            <a:off x="3577237" y="67097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BC4F5BAC-9118-7ABC-013B-B3B5D446E31A}"/>
              </a:ext>
            </a:extLst>
          </p:cNvPr>
          <p:cNvSpPr/>
          <p:nvPr/>
        </p:nvSpPr>
        <p:spPr>
          <a:xfrm>
            <a:off x="3217237" y="85097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F8ED0F79-481F-D546-D117-B54876236E45}"/>
              </a:ext>
            </a:extLst>
          </p:cNvPr>
          <p:cNvSpPr/>
          <p:nvPr/>
        </p:nvSpPr>
        <p:spPr>
          <a:xfrm>
            <a:off x="3217237" y="10307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FFD384D4-65ED-8819-0C81-6B1B94075B4A}"/>
              </a:ext>
            </a:extLst>
          </p:cNvPr>
          <p:cNvSpPr/>
          <p:nvPr/>
        </p:nvSpPr>
        <p:spPr>
          <a:xfrm>
            <a:off x="3397237" y="103088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04F01850-A41A-06AD-ADD5-35067E0B2CE9}"/>
              </a:ext>
            </a:extLst>
          </p:cNvPr>
          <p:cNvSpPr/>
          <p:nvPr/>
        </p:nvSpPr>
        <p:spPr>
          <a:xfrm>
            <a:off x="3577237" y="10307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BDD3F989-14F1-B966-98B5-BB0040F0D64F}"/>
              </a:ext>
            </a:extLst>
          </p:cNvPr>
          <p:cNvSpPr/>
          <p:nvPr/>
        </p:nvSpPr>
        <p:spPr>
          <a:xfrm>
            <a:off x="3937237" y="31097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F56B2339-31C4-16ED-B86F-388B2C400253}"/>
              </a:ext>
            </a:extLst>
          </p:cNvPr>
          <p:cNvSpPr/>
          <p:nvPr/>
        </p:nvSpPr>
        <p:spPr>
          <a:xfrm>
            <a:off x="4117237" y="31106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A3E96A78-A6BC-C34B-0E6E-ED3A85AE7996}"/>
              </a:ext>
            </a:extLst>
          </p:cNvPr>
          <p:cNvSpPr/>
          <p:nvPr/>
        </p:nvSpPr>
        <p:spPr>
          <a:xfrm>
            <a:off x="4297237" y="31097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1E5ACC73-D8E1-B765-91CB-43FA8FF610C3}"/>
              </a:ext>
            </a:extLst>
          </p:cNvPr>
          <p:cNvSpPr/>
          <p:nvPr/>
        </p:nvSpPr>
        <p:spPr>
          <a:xfrm>
            <a:off x="3937237" y="49097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E9B17842-9DE6-D185-9D58-1972CC6E0AD2}"/>
              </a:ext>
            </a:extLst>
          </p:cNvPr>
          <p:cNvSpPr/>
          <p:nvPr/>
        </p:nvSpPr>
        <p:spPr>
          <a:xfrm>
            <a:off x="3937237" y="67088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ECADB88B-3EAD-BDF3-9D8C-5A7CCA3110E3}"/>
              </a:ext>
            </a:extLst>
          </p:cNvPr>
          <p:cNvSpPr/>
          <p:nvPr/>
        </p:nvSpPr>
        <p:spPr>
          <a:xfrm>
            <a:off x="4117237" y="67097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EB6BCBA7-D53E-421A-01EF-C1B425F4C309}"/>
              </a:ext>
            </a:extLst>
          </p:cNvPr>
          <p:cNvSpPr/>
          <p:nvPr/>
        </p:nvSpPr>
        <p:spPr>
          <a:xfrm>
            <a:off x="4297237" y="67088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DFD612B9-2A43-B10D-9697-DA94B2477F39}"/>
              </a:ext>
            </a:extLst>
          </p:cNvPr>
          <p:cNvSpPr/>
          <p:nvPr/>
        </p:nvSpPr>
        <p:spPr>
          <a:xfrm>
            <a:off x="3937237" y="85075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79AFC5A0-9B18-2F85-6D81-992AD52FDAE6}"/>
              </a:ext>
            </a:extLst>
          </p:cNvPr>
          <p:cNvSpPr/>
          <p:nvPr/>
        </p:nvSpPr>
        <p:spPr>
          <a:xfrm>
            <a:off x="3937237" y="103070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4FAFB7FE-9A0F-8FF7-5AF5-2E01E0514305}"/>
              </a:ext>
            </a:extLst>
          </p:cNvPr>
          <p:cNvSpPr/>
          <p:nvPr/>
        </p:nvSpPr>
        <p:spPr>
          <a:xfrm>
            <a:off x="4657237" y="31088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E9E111A3-D275-6B5B-B6CB-985B49A3E8AC}"/>
              </a:ext>
            </a:extLst>
          </p:cNvPr>
          <p:cNvSpPr/>
          <p:nvPr/>
        </p:nvSpPr>
        <p:spPr>
          <a:xfrm>
            <a:off x="4837237" y="31097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1929E11E-2FF1-E6F0-1125-EBAD40178297}"/>
              </a:ext>
            </a:extLst>
          </p:cNvPr>
          <p:cNvSpPr/>
          <p:nvPr/>
        </p:nvSpPr>
        <p:spPr>
          <a:xfrm>
            <a:off x="5017237" y="31088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ED31D8CE-CA8D-A163-3611-025EA29E79D8}"/>
              </a:ext>
            </a:extLst>
          </p:cNvPr>
          <p:cNvSpPr/>
          <p:nvPr/>
        </p:nvSpPr>
        <p:spPr>
          <a:xfrm>
            <a:off x="4657237" y="49088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8DBAA9C0-1D2D-BD24-59E3-14B10CE94506}"/>
              </a:ext>
            </a:extLst>
          </p:cNvPr>
          <p:cNvSpPr/>
          <p:nvPr/>
        </p:nvSpPr>
        <p:spPr>
          <a:xfrm>
            <a:off x="4657237" y="6707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D90A68B4-77EF-8D30-A877-BD73D503079A}"/>
              </a:ext>
            </a:extLst>
          </p:cNvPr>
          <p:cNvSpPr/>
          <p:nvPr/>
        </p:nvSpPr>
        <p:spPr>
          <a:xfrm>
            <a:off x="4657237" y="8507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98DAEA21-1741-097A-4DC7-11573B1E1080}"/>
              </a:ext>
            </a:extLst>
          </p:cNvPr>
          <p:cNvSpPr/>
          <p:nvPr/>
        </p:nvSpPr>
        <p:spPr>
          <a:xfrm>
            <a:off x="5017237" y="8507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24D4117A-ADCC-6273-33BF-6125F08AF145}"/>
              </a:ext>
            </a:extLst>
          </p:cNvPr>
          <p:cNvSpPr/>
          <p:nvPr/>
        </p:nvSpPr>
        <p:spPr>
          <a:xfrm>
            <a:off x="4657237" y="103061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D4655247-C753-40B6-56A9-F9309B0C6D0E}"/>
              </a:ext>
            </a:extLst>
          </p:cNvPr>
          <p:cNvSpPr/>
          <p:nvPr/>
        </p:nvSpPr>
        <p:spPr>
          <a:xfrm>
            <a:off x="4837237" y="103070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F996BCCD-A314-4406-7179-FF6042229515}"/>
              </a:ext>
            </a:extLst>
          </p:cNvPr>
          <p:cNvSpPr/>
          <p:nvPr/>
        </p:nvSpPr>
        <p:spPr>
          <a:xfrm>
            <a:off x="5017237" y="103061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FE353FF9-1B8C-A432-AE75-817F77D4397C}"/>
              </a:ext>
            </a:extLst>
          </p:cNvPr>
          <p:cNvSpPr/>
          <p:nvPr/>
        </p:nvSpPr>
        <p:spPr>
          <a:xfrm>
            <a:off x="5377237" y="3107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DE5B7983-5585-AC46-A1E4-4C55B7A59F47}"/>
              </a:ext>
            </a:extLst>
          </p:cNvPr>
          <p:cNvSpPr/>
          <p:nvPr/>
        </p:nvSpPr>
        <p:spPr>
          <a:xfrm>
            <a:off x="5737237" y="3107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477064A8-5CCD-F88E-9F3A-8EDE84BD615F}"/>
              </a:ext>
            </a:extLst>
          </p:cNvPr>
          <p:cNvSpPr/>
          <p:nvPr/>
        </p:nvSpPr>
        <p:spPr>
          <a:xfrm>
            <a:off x="5377237" y="4907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62092768-5C18-812A-6E8B-8A78848C145F}"/>
              </a:ext>
            </a:extLst>
          </p:cNvPr>
          <p:cNvSpPr/>
          <p:nvPr/>
        </p:nvSpPr>
        <p:spPr>
          <a:xfrm>
            <a:off x="5737237" y="4907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7F4497CB-4C02-DC18-BFF3-484EA9390413}"/>
              </a:ext>
            </a:extLst>
          </p:cNvPr>
          <p:cNvSpPr/>
          <p:nvPr/>
        </p:nvSpPr>
        <p:spPr>
          <a:xfrm>
            <a:off x="5377237" y="67070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F24ACDF0-E4C7-5DE7-1DEC-588E43DD19DF}"/>
              </a:ext>
            </a:extLst>
          </p:cNvPr>
          <p:cNvSpPr/>
          <p:nvPr/>
        </p:nvSpPr>
        <p:spPr>
          <a:xfrm>
            <a:off x="5557237" y="6707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534C4017-A141-6A4D-7CC7-B76F89B29F80}"/>
              </a:ext>
            </a:extLst>
          </p:cNvPr>
          <p:cNvSpPr/>
          <p:nvPr/>
        </p:nvSpPr>
        <p:spPr>
          <a:xfrm>
            <a:off x="5737237" y="67070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1605F6B8-2FD8-BB30-C19D-59F800647AC5}"/>
              </a:ext>
            </a:extLst>
          </p:cNvPr>
          <p:cNvSpPr/>
          <p:nvPr/>
        </p:nvSpPr>
        <p:spPr>
          <a:xfrm>
            <a:off x="5377237" y="85057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DECC213D-A218-2D91-44A1-8699AAAFE3FD}"/>
              </a:ext>
            </a:extLst>
          </p:cNvPr>
          <p:cNvSpPr/>
          <p:nvPr/>
        </p:nvSpPr>
        <p:spPr>
          <a:xfrm>
            <a:off x="5737237" y="85070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237780D6-0553-1870-5E8E-D9CAABFB7E03}"/>
              </a:ext>
            </a:extLst>
          </p:cNvPr>
          <p:cNvSpPr/>
          <p:nvPr/>
        </p:nvSpPr>
        <p:spPr>
          <a:xfrm>
            <a:off x="5377237" y="103052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3D7112B7-BD5A-D355-E863-EE8F4B00F10E}"/>
              </a:ext>
            </a:extLst>
          </p:cNvPr>
          <p:cNvSpPr/>
          <p:nvPr/>
        </p:nvSpPr>
        <p:spPr>
          <a:xfrm>
            <a:off x="5737237" y="103052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090E8AB5-C5DF-095B-AE05-BA49F8CF38D1}"/>
              </a:ext>
            </a:extLst>
          </p:cNvPr>
          <p:cNvSpPr/>
          <p:nvPr/>
        </p:nvSpPr>
        <p:spPr>
          <a:xfrm>
            <a:off x="6094765" y="31124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ACEF0252-6892-D7D0-95D3-EABB744EBB5E}"/>
              </a:ext>
            </a:extLst>
          </p:cNvPr>
          <p:cNvSpPr/>
          <p:nvPr/>
        </p:nvSpPr>
        <p:spPr>
          <a:xfrm>
            <a:off x="6274765" y="31133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27405549-2107-3951-CA13-E4615F114083}"/>
              </a:ext>
            </a:extLst>
          </p:cNvPr>
          <p:cNvSpPr/>
          <p:nvPr/>
        </p:nvSpPr>
        <p:spPr>
          <a:xfrm>
            <a:off x="6454765" y="31124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id="{CF9DC38A-1E07-7F54-C877-0D3523A7FD73}"/>
              </a:ext>
            </a:extLst>
          </p:cNvPr>
          <p:cNvSpPr/>
          <p:nvPr/>
        </p:nvSpPr>
        <p:spPr>
          <a:xfrm>
            <a:off x="6274765" y="49133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A36D08BA-D4F5-E2B3-DBAF-88E137158096}"/>
              </a:ext>
            </a:extLst>
          </p:cNvPr>
          <p:cNvSpPr/>
          <p:nvPr/>
        </p:nvSpPr>
        <p:spPr>
          <a:xfrm>
            <a:off x="6274765" y="67124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41700D81-2428-EA91-12F3-1BDA36684EAE}"/>
              </a:ext>
            </a:extLst>
          </p:cNvPr>
          <p:cNvSpPr/>
          <p:nvPr/>
        </p:nvSpPr>
        <p:spPr>
          <a:xfrm>
            <a:off x="6274765" y="85124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434735F3-A45A-5CE7-EDC2-FA11D4C50DB6}"/>
              </a:ext>
            </a:extLst>
          </p:cNvPr>
          <p:cNvSpPr/>
          <p:nvPr/>
        </p:nvSpPr>
        <p:spPr>
          <a:xfrm>
            <a:off x="6094765" y="103097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D1CB3F3E-3199-FB3B-B802-07129A8612B3}"/>
              </a:ext>
            </a:extLst>
          </p:cNvPr>
          <p:cNvSpPr/>
          <p:nvPr/>
        </p:nvSpPr>
        <p:spPr>
          <a:xfrm>
            <a:off x="6274765" y="103106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0BBBC7BE-4507-FA3E-5051-3B064FDCF8B0}"/>
              </a:ext>
            </a:extLst>
          </p:cNvPr>
          <p:cNvSpPr/>
          <p:nvPr/>
        </p:nvSpPr>
        <p:spPr>
          <a:xfrm>
            <a:off x="6454765" y="103097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F3A0AD62-FB35-3D23-488E-0D353899AC8A}"/>
              </a:ext>
            </a:extLst>
          </p:cNvPr>
          <p:cNvSpPr/>
          <p:nvPr/>
        </p:nvSpPr>
        <p:spPr>
          <a:xfrm>
            <a:off x="6814765" y="31115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D31DF98C-FA6A-1039-8B69-DACDD43D1935}"/>
              </a:ext>
            </a:extLst>
          </p:cNvPr>
          <p:cNvSpPr/>
          <p:nvPr/>
        </p:nvSpPr>
        <p:spPr>
          <a:xfrm>
            <a:off x="6994765" y="31124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4992CA47-7CE8-3332-5C8C-B3250A42B061}"/>
              </a:ext>
            </a:extLst>
          </p:cNvPr>
          <p:cNvSpPr/>
          <p:nvPr/>
        </p:nvSpPr>
        <p:spPr>
          <a:xfrm>
            <a:off x="7174765" y="31115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9" name="矩形 188">
            <a:extLst>
              <a:ext uri="{FF2B5EF4-FFF2-40B4-BE49-F238E27FC236}">
                <a16:creationId xmlns:a16="http://schemas.microsoft.com/office/drawing/2014/main" id="{D80B75CE-0798-0C14-AB1B-B23FC587EEAC}"/>
              </a:ext>
            </a:extLst>
          </p:cNvPr>
          <p:cNvSpPr/>
          <p:nvPr/>
        </p:nvSpPr>
        <p:spPr>
          <a:xfrm>
            <a:off x="7174765" y="49115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2" name="矩形 191">
            <a:extLst>
              <a:ext uri="{FF2B5EF4-FFF2-40B4-BE49-F238E27FC236}">
                <a16:creationId xmlns:a16="http://schemas.microsoft.com/office/drawing/2014/main" id="{E231942D-7BC7-6292-C44A-8FCF520A3F7E}"/>
              </a:ext>
            </a:extLst>
          </p:cNvPr>
          <p:cNvSpPr/>
          <p:nvPr/>
        </p:nvSpPr>
        <p:spPr>
          <a:xfrm>
            <a:off x="7174765" y="67106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3" name="矩形 192">
            <a:extLst>
              <a:ext uri="{FF2B5EF4-FFF2-40B4-BE49-F238E27FC236}">
                <a16:creationId xmlns:a16="http://schemas.microsoft.com/office/drawing/2014/main" id="{26C819A2-D1AD-6D12-ACEA-B957D7F4DFD3}"/>
              </a:ext>
            </a:extLst>
          </p:cNvPr>
          <p:cNvSpPr/>
          <p:nvPr/>
        </p:nvSpPr>
        <p:spPr>
          <a:xfrm>
            <a:off x="6814765" y="85093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0C42F066-F75F-ECE9-7022-1AB69C0249DA}"/>
              </a:ext>
            </a:extLst>
          </p:cNvPr>
          <p:cNvSpPr/>
          <p:nvPr/>
        </p:nvSpPr>
        <p:spPr>
          <a:xfrm>
            <a:off x="7174765" y="85106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6" name="矩形 195">
            <a:extLst>
              <a:ext uri="{FF2B5EF4-FFF2-40B4-BE49-F238E27FC236}">
                <a16:creationId xmlns:a16="http://schemas.microsoft.com/office/drawing/2014/main" id="{68DC9AD1-6D92-B9A7-9EEC-C36A3906B0B7}"/>
              </a:ext>
            </a:extLst>
          </p:cNvPr>
          <p:cNvSpPr/>
          <p:nvPr/>
        </p:nvSpPr>
        <p:spPr>
          <a:xfrm>
            <a:off x="6814765" y="103088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7" name="矩形 196">
            <a:extLst>
              <a:ext uri="{FF2B5EF4-FFF2-40B4-BE49-F238E27FC236}">
                <a16:creationId xmlns:a16="http://schemas.microsoft.com/office/drawing/2014/main" id="{20C02342-F89E-13E7-465D-CD58A1D84FF8}"/>
              </a:ext>
            </a:extLst>
          </p:cNvPr>
          <p:cNvSpPr/>
          <p:nvPr/>
        </p:nvSpPr>
        <p:spPr>
          <a:xfrm>
            <a:off x="6994765" y="103097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8" name="矩形 197">
            <a:extLst>
              <a:ext uri="{FF2B5EF4-FFF2-40B4-BE49-F238E27FC236}">
                <a16:creationId xmlns:a16="http://schemas.microsoft.com/office/drawing/2014/main" id="{4AEF2AF6-961B-3ED9-AB5E-A08B33AC2B73}"/>
              </a:ext>
            </a:extLst>
          </p:cNvPr>
          <p:cNvSpPr/>
          <p:nvPr/>
        </p:nvSpPr>
        <p:spPr>
          <a:xfrm>
            <a:off x="7174765" y="103088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0D68135D-5EA7-4816-F968-85C2EC4950CA}"/>
              </a:ext>
            </a:extLst>
          </p:cNvPr>
          <p:cNvSpPr/>
          <p:nvPr/>
        </p:nvSpPr>
        <p:spPr>
          <a:xfrm>
            <a:off x="7534765" y="31106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8301D461-577B-8CE2-68A5-384D8EEC55BF}"/>
              </a:ext>
            </a:extLst>
          </p:cNvPr>
          <p:cNvSpPr/>
          <p:nvPr/>
        </p:nvSpPr>
        <p:spPr>
          <a:xfrm>
            <a:off x="7894765" y="31106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D24988B5-C344-1742-9050-2D9569D34ADC}"/>
              </a:ext>
            </a:extLst>
          </p:cNvPr>
          <p:cNvSpPr/>
          <p:nvPr/>
        </p:nvSpPr>
        <p:spPr>
          <a:xfrm>
            <a:off x="7534765" y="49106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75A4C175-BF6E-BF73-5D06-AA993715419B}"/>
              </a:ext>
            </a:extLst>
          </p:cNvPr>
          <p:cNvSpPr/>
          <p:nvPr/>
        </p:nvSpPr>
        <p:spPr>
          <a:xfrm>
            <a:off x="7894765" y="49106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5" name="矩形 204">
            <a:extLst>
              <a:ext uri="{FF2B5EF4-FFF2-40B4-BE49-F238E27FC236}">
                <a16:creationId xmlns:a16="http://schemas.microsoft.com/office/drawing/2014/main" id="{0D0D0430-496C-829B-276C-B47B6204931C}"/>
              </a:ext>
            </a:extLst>
          </p:cNvPr>
          <p:cNvSpPr/>
          <p:nvPr/>
        </p:nvSpPr>
        <p:spPr>
          <a:xfrm>
            <a:off x="7534765" y="67097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6" name="矩形 205">
            <a:extLst>
              <a:ext uri="{FF2B5EF4-FFF2-40B4-BE49-F238E27FC236}">
                <a16:creationId xmlns:a16="http://schemas.microsoft.com/office/drawing/2014/main" id="{213C78F3-34F1-0430-E0F9-D1692BCFFA14}"/>
              </a:ext>
            </a:extLst>
          </p:cNvPr>
          <p:cNvSpPr/>
          <p:nvPr/>
        </p:nvSpPr>
        <p:spPr>
          <a:xfrm>
            <a:off x="7714765" y="67106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8" name="矩形 207">
            <a:extLst>
              <a:ext uri="{FF2B5EF4-FFF2-40B4-BE49-F238E27FC236}">
                <a16:creationId xmlns:a16="http://schemas.microsoft.com/office/drawing/2014/main" id="{4432AFB5-B37A-CE48-60A2-83892565F504}"/>
              </a:ext>
            </a:extLst>
          </p:cNvPr>
          <p:cNvSpPr/>
          <p:nvPr/>
        </p:nvSpPr>
        <p:spPr>
          <a:xfrm>
            <a:off x="7534765" y="85097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0" name="矩形 209">
            <a:extLst>
              <a:ext uri="{FF2B5EF4-FFF2-40B4-BE49-F238E27FC236}">
                <a16:creationId xmlns:a16="http://schemas.microsoft.com/office/drawing/2014/main" id="{BCBBC63E-833A-0733-BC18-5D7A6081DD70}"/>
              </a:ext>
            </a:extLst>
          </p:cNvPr>
          <p:cNvSpPr/>
          <p:nvPr/>
        </p:nvSpPr>
        <p:spPr>
          <a:xfrm>
            <a:off x="7894765" y="85097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1" name="矩形 210">
            <a:extLst>
              <a:ext uri="{FF2B5EF4-FFF2-40B4-BE49-F238E27FC236}">
                <a16:creationId xmlns:a16="http://schemas.microsoft.com/office/drawing/2014/main" id="{AE7C2540-3F52-AA72-A0DE-5AF8665A26F0}"/>
              </a:ext>
            </a:extLst>
          </p:cNvPr>
          <p:cNvSpPr/>
          <p:nvPr/>
        </p:nvSpPr>
        <p:spPr>
          <a:xfrm>
            <a:off x="7534765" y="10307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3" name="矩形 212">
            <a:extLst>
              <a:ext uri="{FF2B5EF4-FFF2-40B4-BE49-F238E27FC236}">
                <a16:creationId xmlns:a16="http://schemas.microsoft.com/office/drawing/2014/main" id="{EC9D2AD7-B95D-3B32-ADE9-391C817C2B4F}"/>
              </a:ext>
            </a:extLst>
          </p:cNvPr>
          <p:cNvSpPr/>
          <p:nvPr/>
        </p:nvSpPr>
        <p:spPr>
          <a:xfrm>
            <a:off x="7894765" y="10307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4" name="矩形 213">
            <a:extLst>
              <a:ext uri="{FF2B5EF4-FFF2-40B4-BE49-F238E27FC236}">
                <a16:creationId xmlns:a16="http://schemas.microsoft.com/office/drawing/2014/main" id="{140CEC10-6F76-7624-B0F3-3269299D0F55}"/>
              </a:ext>
            </a:extLst>
          </p:cNvPr>
          <p:cNvSpPr/>
          <p:nvPr/>
        </p:nvSpPr>
        <p:spPr>
          <a:xfrm>
            <a:off x="8254765" y="31097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7" name="矩形 216">
            <a:extLst>
              <a:ext uri="{FF2B5EF4-FFF2-40B4-BE49-F238E27FC236}">
                <a16:creationId xmlns:a16="http://schemas.microsoft.com/office/drawing/2014/main" id="{68449EA8-24C8-ACFA-76B7-A541A170ED8A}"/>
              </a:ext>
            </a:extLst>
          </p:cNvPr>
          <p:cNvSpPr/>
          <p:nvPr/>
        </p:nvSpPr>
        <p:spPr>
          <a:xfrm>
            <a:off x="8254765" y="49097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0" name="矩形 219">
            <a:extLst>
              <a:ext uri="{FF2B5EF4-FFF2-40B4-BE49-F238E27FC236}">
                <a16:creationId xmlns:a16="http://schemas.microsoft.com/office/drawing/2014/main" id="{3644A336-747B-DC52-F262-3C7CAB8A3524}"/>
              </a:ext>
            </a:extLst>
          </p:cNvPr>
          <p:cNvSpPr/>
          <p:nvPr/>
        </p:nvSpPr>
        <p:spPr>
          <a:xfrm>
            <a:off x="8254765" y="67088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3" name="矩形 222">
            <a:extLst>
              <a:ext uri="{FF2B5EF4-FFF2-40B4-BE49-F238E27FC236}">
                <a16:creationId xmlns:a16="http://schemas.microsoft.com/office/drawing/2014/main" id="{29C767E9-70AC-B00C-D033-F7636ED170AE}"/>
              </a:ext>
            </a:extLst>
          </p:cNvPr>
          <p:cNvSpPr/>
          <p:nvPr/>
        </p:nvSpPr>
        <p:spPr>
          <a:xfrm>
            <a:off x="8254765" y="85075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矩形 225">
            <a:extLst>
              <a:ext uri="{FF2B5EF4-FFF2-40B4-BE49-F238E27FC236}">
                <a16:creationId xmlns:a16="http://schemas.microsoft.com/office/drawing/2014/main" id="{B4C02E6C-6AC3-56E1-936B-31D6B6A6466D}"/>
              </a:ext>
            </a:extLst>
          </p:cNvPr>
          <p:cNvSpPr/>
          <p:nvPr/>
        </p:nvSpPr>
        <p:spPr>
          <a:xfrm>
            <a:off x="8254765" y="103070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7" name="矩形 226">
            <a:extLst>
              <a:ext uri="{FF2B5EF4-FFF2-40B4-BE49-F238E27FC236}">
                <a16:creationId xmlns:a16="http://schemas.microsoft.com/office/drawing/2014/main" id="{421F1415-BFE8-277F-4039-6A88D8837E5C}"/>
              </a:ext>
            </a:extLst>
          </p:cNvPr>
          <p:cNvSpPr/>
          <p:nvPr/>
        </p:nvSpPr>
        <p:spPr>
          <a:xfrm>
            <a:off x="8434765" y="10307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8" name="矩形 227">
            <a:extLst>
              <a:ext uri="{FF2B5EF4-FFF2-40B4-BE49-F238E27FC236}">
                <a16:creationId xmlns:a16="http://schemas.microsoft.com/office/drawing/2014/main" id="{6E544272-C1D9-CCBE-E261-8842C1CE5FD8}"/>
              </a:ext>
            </a:extLst>
          </p:cNvPr>
          <p:cNvSpPr/>
          <p:nvPr/>
        </p:nvSpPr>
        <p:spPr>
          <a:xfrm>
            <a:off x="8614765" y="103070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9057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9488D1-44C5-EFD9-66E9-F78CEA019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CDAE42F2-E1CC-95DA-32C9-1CCE219DD308}"/>
              </a:ext>
            </a:extLst>
          </p:cNvPr>
          <p:cNvSpPr/>
          <p:nvPr/>
        </p:nvSpPr>
        <p:spPr>
          <a:xfrm>
            <a:off x="157237" y="130885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A93615A-9BC8-9E21-E087-47144BF19AA9}"/>
              </a:ext>
            </a:extLst>
          </p:cNvPr>
          <p:cNvSpPr/>
          <p:nvPr/>
        </p:nvSpPr>
        <p:spPr>
          <a:xfrm>
            <a:off x="877237" y="130885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84572FA-B6FA-998C-453F-0C810C21CA6E}"/>
              </a:ext>
            </a:extLst>
          </p:cNvPr>
          <p:cNvSpPr/>
          <p:nvPr/>
        </p:nvSpPr>
        <p:spPr>
          <a:xfrm>
            <a:off x="1597237" y="130885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E59D307-9ED3-CC59-AD59-3DD937ABB588}"/>
              </a:ext>
            </a:extLst>
          </p:cNvPr>
          <p:cNvSpPr/>
          <p:nvPr/>
        </p:nvSpPr>
        <p:spPr>
          <a:xfrm>
            <a:off x="2317237" y="130885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EBD9AE7-7A83-EB97-FF09-889061A6536D}"/>
              </a:ext>
            </a:extLst>
          </p:cNvPr>
          <p:cNvSpPr/>
          <p:nvPr/>
        </p:nvSpPr>
        <p:spPr>
          <a:xfrm>
            <a:off x="3037237" y="130885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08D8104-9F46-884F-D5CF-C59B7A74E725}"/>
              </a:ext>
            </a:extLst>
          </p:cNvPr>
          <p:cNvSpPr/>
          <p:nvPr/>
        </p:nvSpPr>
        <p:spPr>
          <a:xfrm>
            <a:off x="3757237" y="130885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B9B83B5-E52A-B352-3BDE-0CAFEA6BBDCC}"/>
              </a:ext>
            </a:extLst>
          </p:cNvPr>
          <p:cNvSpPr/>
          <p:nvPr/>
        </p:nvSpPr>
        <p:spPr>
          <a:xfrm>
            <a:off x="4477237" y="130885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A0C479A-0FE9-678B-82F5-033CF1AC6BF7}"/>
              </a:ext>
            </a:extLst>
          </p:cNvPr>
          <p:cNvSpPr/>
          <p:nvPr/>
        </p:nvSpPr>
        <p:spPr>
          <a:xfrm>
            <a:off x="5196000" y="130885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810E060-BCD8-F9E8-34F8-B0804E951869}"/>
              </a:ext>
            </a:extLst>
          </p:cNvPr>
          <p:cNvSpPr/>
          <p:nvPr/>
        </p:nvSpPr>
        <p:spPr>
          <a:xfrm>
            <a:off x="5916000" y="130885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8218D3C-5FA0-6DC3-94DF-2B97D0BE51B8}"/>
              </a:ext>
            </a:extLst>
          </p:cNvPr>
          <p:cNvSpPr/>
          <p:nvPr/>
        </p:nvSpPr>
        <p:spPr>
          <a:xfrm>
            <a:off x="6634763" y="130885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786FC19-ACF5-8CED-4EDA-3E876C3AE81E}"/>
              </a:ext>
            </a:extLst>
          </p:cNvPr>
          <p:cNvSpPr/>
          <p:nvPr/>
        </p:nvSpPr>
        <p:spPr>
          <a:xfrm>
            <a:off x="7354765" y="130885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0256168-E255-C179-1FD6-FFB1F2E3DA35}"/>
              </a:ext>
            </a:extLst>
          </p:cNvPr>
          <p:cNvSpPr/>
          <p:nvPr/>
        </p:nvSpPr>
        <p:spPr>
          <a:xfrm>
            <a:off x="8073526" y="130885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F086734-056D-3AC9-F3D1-C81FEECD5EC0}"/>
              </a:ext>
            </a:extLst>
          </p:cNvPr>
          <p:cNvSpPr/>
          <p:nvPr/>
        </p:nvSpPr>
        <p:spPr>
          <a:xfrm>
            <a:off x="337237" y="31160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0B99024-366C-2B18-D404-BFC5697CCD2D}"/>
              </a:ext>
            </a:extLst>
          </p:cNvPr>
          <p:cNvSpPr/>
          <p:nvPr/>
        </p:nvSpPr>
        <p:spPr>
          <a:xfrm>
            <a:off x="517237" y="3116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42E9366-D0BD-8AAB-9021-1F6FB8FDE99F}"/>
              </a:ext>
            </a:extLst>
          </p:cNvPr>
          <p:cNvSpPr/>
          <p:nvPr/>
        </p:nvSpPr>
        <p:spPr>
          <a:xfrm>
            <a:off x="697237" y="31160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4FEEB65-BDE5-F467-12F6-8DB0AE522A84}"/>
              </a:ext>
            </a:extLst>
          </p:cNvPr>
          <p:cNvSpPr/>
          <p:nvPr/>
        </p:nvSpPr>
        <p:spPr>
          <a:xfrm>
            <a:off x="337237" y="49160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E333B91-5552-56D4-2E7A-B9F74EF6BC25}"/>
              </a:ext>
            </a:extLst>
          </p:cNvPr>
          <p:cNvSpPr/>
          <p:nvPr/>
        </p:nvSpPr>
        <p:spPr>
          <a:xfrm>
            <a:off x="517237" y="4916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CB69DE4-AAF4-3353-9EBF-2801AF1DDA06}"/>
              </a:ext>
            </a:extLst>
          </p:cNvPr>
          <p:cNvSpPr/>
          <p:nvPr/>
        </p:nvSpPr>
        <p:spPr>
          <a:xfrm>
            <a:off x="697237" y="49160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901F244-CE03-61D1-D96B-9033E834E1DF}"/>
              </a:ext>
            </a:extLst>
          </p:cNvPr>
          <p:cNvSpPr/>
          <p:nvPr/>
        </p:nvSpPr>
        <p:spPr>
          <a:xfrm>
            <a:off x="337237" y="67151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3B5E422-6E7B-C063-A058-FA4C9E098A6A}"/>
              </a:ext>
            </a:extLst>
          </p:cNvPr>
          <p:cNvSpPr/>
          <p:nvPr/>
        </p:nvSpPr>
        <p:spPr>
          <a:xfrm>
            <a:off x="697237" y="67151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B5F2DB7-A58A-1609-ED88-271EDDC27F43}"/>
              </a:ext>
            </a:extLst>
          </p:cNvPr>
          <p:cNvSpPr/>
          <p:nvPr/>
        </p:nvSpPr>
        <p:spPr>
          <a:xfrm>
            <a:off x="337237" y="85151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FF6EFC6-8018-AB44-9BAC-02B293A07662}"/>
              </a:ext>
            </a:extLst>
          </p:cNvPr>
          <p:cNvSpPr/>
          <p:nvPr/>
        </p:nvSpPr>
        <p:spPr>
          <a:xfrm>
            <a:off x="697237" y="85151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857B91E-3A53-0892-BD01-FA578973044E}"/>
              </a:ext>
            </a:extLst>
          </p:cNvPr>
          <p:cNvSpPr/>
          <p:nvPr/>
        </p:nvSpPr>
        <p:spPr>
          <a:xfrm>
            <a:off x="337237" y="103133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F85CB2B-CE93-EF6F-627D-D1CB13254455}"/>
              </a:ext>
            </a:extLst>
          </p:cNvPr>
          <p:cNvSpPr/>
          <p:nvPr/>
        </p:nvSpPr>
        <p:spPr>
          <a:xfrm>
            <a:off x="697237" y="103133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319EA3C-BD16-CC9E-EBCB-E0D4A6C24789}"/>
              </a:ext>
            </a:extLst>
          </p:cNvPr>
          <p:cNvSpPr/>
          <p:nvPr/>
        </p:nvSpPr>
        <p:spPr>
          <a:xfrm>
            <a:off x="1057237" y="31151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86DEE5A-8111-E808-2560-0D09DBD34635}"/>
              </a:ext>
            </a:extLst>
          </p:cNvPr>
          <p:cNvSpPr/>
          <p:nvPr/>
        </p:nvSpPr>
        <p:spPr>
          <a:xfrm>
            <a:off x="1237237" y="31160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5EB4B1C-2832-C593-C7AC-25596DF9EEB1}"/>
              </a:ext>
            </a:extLst>
          </p:cNvPr>
          <p:cNvSpPr/>
          <p:nvPr/>
        </p:nvSpPr>
        <p:spPr>
          <a:xfrm>
            <a:off x="1417237" y="31151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AECA4F8-E6F9-715C-F5CC-B5DAC71F54E2}"/>
              </a:ext>
            </a:extLst>
          </p:cNvPr>
          <p:cNvSpPr/>
          <p:nvPr/>
        </p:nvSpPr>
        <p:spPr>
          <a:xfrm>
            <a:off x="1057237" y="49151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E7A7A3C-BAE0-6BA9-327E-0E4CB97375DA}"/>
              </a:ext>
            </a:extLst>
          </p:cNvPr>
          <p:cNvSpPr/>
          <p:nvPr/>
        </p:nvSpPr>
        <p:spPr>
          <a:xfrm>
            <a:off x="1417237" y="49151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64DAA2E-0894-DE38-E0FD-CDD9686EDD10}"/>
              </a:ext>
            </a:extLst>
          </p:cNvPr>
          <p:cNvSpPr/>
          <p:nvPr/>
        </p:nvSpPr>
        <p:spPr>
          <a:xfrm>
            <a:off x="1057237" y="67142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FB61670-F081-9C9D-F0CF-201B50363C9A}"/>
              </a:ext>
            </a:extLst>
          </p:cNvPr>
          <p:cNvSpPr/>
          <p:nvPr/>
        </p:nvSpPr>
        <p:spPr>
          <a:xfrm>
            <a:off x="1417237" y="67142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6DB8D53-0082-4676-F2E0-1160EAD2306D}"/>
              </a:ext>
            </a:extLst>
          </p:cNvPr>
          <p:cNvSpPr/>
          <p:nvPr/>
        </p:nvSpPr>
        <p:spPr>
          <a:xfrm>
            <a:off x="1057237" y="85129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E7C78D0-73E0-80DE-D605-76CB9BC60BB7}"/>
              </a:ext>
            </a:extLst>
          </p:cNvPr>
          <p:cNvSpPr/>
          <p:nvPr/>
        </p:nvSpPr>
        <p:spPr>
          <a:xfrm>
            <a:off x="1417237" y="85142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3EC06A7-E551-75D2-ABDA-7896F523E094}"/>
              </a:ext>
            </a:extLst>
          </p:cNvPr>
          <p:cNvSpPr/>
          <p:nvPr/>
        </p:nvSpPr>
        <p:spPr>
          <a:xfrm>
            <a:off x="1057237" y="103124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EBF77B3-0336-0BDB-75D1-2A906D1A6B1D}"/>
              </a:ext>
            </a:extLst>
          </p:cNvPr>
          <p:cNvSpPr/>
          <p:nvPr/>
        </p:nvSpPr>
        <p:spPr>
          <a:xfrm>
            <a:off x="1417237" y="103124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86D965A0-31B9-3FE1-FFD0-0B9224B1F7D5}"/>
              </a:ext>
            </a:extLst>
          </p:cNvPr>
          <p:cNvSpPr/>
          <p:nvPr/>
        </p:nvSpPr>
        <p:spPr>
          <a:xfrm>
            <a:off x="1777237" y="31142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D31B7571-41CA-FCBF-C535-CEFA696C990B}"/>
              </a:ext>
            </a:extLst>
          </p:cNvPr>
          <p:cNvSpPr/>
          <p:nvPr/>
        </p:nvSpPr>
        <p:spPr>
          <a:xfrm>
            <a:off x="1957237" y="31151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95E0A776-19EB-BB64-241E-7D2D2E06DE3B}"/>
              </a:ext>
            </a:extLst>
          </p:cNvPr>
          <p:cNvSpPr/>
          <p:nvPr/>
        </p:nvSpPr>
        <p:spPr>
          <a:xfrm>
            <a:off x="2137237" y="31142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D410B2C1-AE2C-979C-6F40-544A2E2A9BB9}"/>
              </a:ext>
            </a:extLst>
          </p:cNvPr>
          <p:cNvSpPr/>
          <p:nvPr/>
        </p:nvSpPr>
        <p:spPr>
          <a:xfrm>
            <a:off x="1777237" y="49142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4BBBE85C-0726-8815-87FC-4173E0DFD7E7}"/>
              </a:ext>
            </a:extLst>
          </p:cNvPr>
          <p:cNvSpPr/>
          <p:nvPr/>
        </p:nvSpPr>
        <p:spPr>
          <a:xfrm>
            <a:off x="2137237" y="49142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C9581C99-9D14-91A5-5203-2F234C994A8D}"/>
              </a:ext>
            </a:extLst>
          </p:cNvPr>
          <p:cNvSpPr/>
          <p:nvPr/>
        </p:nvSpPr>
        <p:spPr>
          <a:xfrm>
            <a:off x="1777237" y="67133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CD60E661-60EA-2A08-A340-51CE0B023616}"/>
              </a:ext>
            </a:extLst>
          </p:cNvPr>
          <p:cNvSpPr/>
          <p:nvPr/>
        </p:nvSpPr>
        <p:spPr>
          <a:xfrm>
            <a:off x="2137237" y="67133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144D5740-D424-ED2A-18C9-A58359E4F56F}"/>
              </a:ext>
            </a:extLst>
          </p:cNvPr>
          <p:cNvSpPr/>
          <p:nvPr/>
        </p:nvSpPr>
        <p:spPr>
          <a:xfrm>
            <a:off x="1777237" y="85133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828CD0BD-96AE-5121-5D81-5EBF09A94922}"/>
              </a:ext>
            </a:extLst>
          </p:cNvPr>
          <p:cNvSpPr/>
          <p:nvPr/>
        </p:nvSpPr>
        <p:spPr>
          <a:xfrm>
            <a:off x="2137237" y="85133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93240067-BC90-D15A-E803-4897EDA4133E}"/>
              </a:ext>
            </a:extLst>
          </p:cNvPr>
          <p:cNvSpPr/>
          <p:nvPr/>
        </p:nvSpPr>
        <p:spPr>
          <a:xfrm>
            <a:off x="1777237" y="103115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02B329A8-C198-35F2-BCC4-0F2C6B0A7E33}"/>
              </a:ext>
            </a:extLst>
          </p:cNvPr>
          <p:cNvSpPr/>
          <p:nvPr/>
        </p:nvSpPr>
        <p:spPr>
          <a:xfrm>
            <a:off x="1957237" y="103124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9B965AA9-6A75-9CBF-0A5A-367C748AEEFD}"/>
              </a:ext>
            </a:extLst>
          </p:cNvPr>
          <p:cNvSpPr/>
          <p:nvPr/>
        </p:nvSpPr>
        <p:spPr>
          <a:xfrm>
            <a:off x="2137237" y="103115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DBAD90F1-20EB-6653-4A1C-D8D983CFEF13}"/>
              </a:ext>
            </a:extLst>
          </p:cNvPr>
          <p:cNvSpPr/>
          <p:nvPr/>
        </p:nvSpPr>
        <p:spPr>
          <a:xfrm>
            <a:off x="2497237" y="31133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69C9CE9D-6D63-0BA5-745D-074EB9E282B8}"/>
              </a:ext>
            </a:extLst>
          </p:cNvPr>
          <p:cNvSpPr/>
          <p:nvPr/>
        </p:nvSpPr>
        <p:spPr>
          <a:xfrm>
            <a:off x="2677237" y="31142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6BB4209F-F752-2624-05A2-FAB3FA3928A6}"/>
              </a:ext>
            </a:extLst>
          </p:cNvPr>
          <p:cNvSpPr/>
          <p:nvPr/>
        </p:nvSpPr>
        <p:spPr>
          <a:xfrm>
            <a:off x="2857237" y="31133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0EB4D08A-1A78-EEC7-F392-52748956A964}"/>
              </a:ext>
            </a:extLst>
          </p:cNvPr>
          <p:cNvSpPr/>
          <p:nvPr/>
        </p:nvSpPr>
        <p:spPr>
          <a:xfrm>
            <a:off x="2497237" y="49133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C43E8CDB-643B-A275-DC5E-4A6E794EB202}"/>
              </a:ext>
            </a:extLst>
          </p:cNvPr>
          <p:cNvSpPr/>
          <p:nvPr/>
        </p:nvSpPr>
        <p:spPr>
          <a:xfrm>
            <a:off x="2857237" y="49133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BF6050A3-A0D3-B8DE-D0B1-3F4590E8A3B1}"/>
              </a:ext>
            </a:extLst>
          </p:cNvPr>
          <p:cNvSpPr/>
          <p:nvPr/>
        </p:nvSpPr>
        <p:spPr>
          <a:xfrm>
            <a:off x="2497237" y="67124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20B56FB1-B711-A5D6-8F40-31954D075CAB}"/>
              </a:ext>
            </a:extLst>
          </p:cNvPr>
          <p:cNvSpPr/>
          <p:nvPr/>
        </p:nvSpPr>
        <p:spPr>
          <a:xfrm>
            <a:off x="2677237" y="67133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6106A353-753D-09B8-CAA5-DD3DF2AB9729}"/>
              </a:ext>
            </a:extLst>
          </p:cNvPr>
          <p:cNvSpPr/>
          <p:nvPr/>
        </p:nvSpPr>
        <p:spPr>
          <a:xfrm>
            <a:off x="2857237" y="67124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17AE582A-9E66-EB8D-9F8C-613B900E37F0}"/>
              </a:ext>
            </a:extLst>
          </p:cNvPr>
          <p:cNvSpPr/>
          <p:nvPr/>
        </p:nvSpPr>
        <p:spPr>
          <a:xfrm>
            <a:off x="2497237" y="85111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0FB76BCF-302E-1BC6-16DB-3BBCA9FAEA24}"/>
              </a:ext>
            </a:extLst>
          </p:cNvPr>
          <p:cNvSpPr/>
          <p:nvPr/>
        </p:nvSpPr>
        <p:spPr>
          <a:xfrm>
            <a:off x="2497237" y="103106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1BEDE811-D5B5-DCC8-5D03-1B7708FF8F7E}"/>
              </a:ext>
            </a:extLst>
          </p:cNvPr>
          <p:cNvSpPr/>
          <p:nvPr/>
        </p:nvSpPr>
        <p:spPr>
          <a:xfrm>
            <a:off x="3217237" y="31106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E59FF62C-8C90-F0E7-253E-34FC7945CFAE}"/>
              </a:ext>
            </a:extLst>
          </p:cNvPr>
          <p:cNvSpPr/>
          <p:nvPr/>
        </p:nvSpPr>
        <p:spPr>
          <a:xfrm>
            <a:off x="3397237" y="31115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CC5F5F0E-6D82-09DB-A37B-A7DA1D7CBF29}"/>
              </a:ext>
            </a:extLst>
          </p:cNvPr>
          <p:cNvSpPr/>
          <p:nvPr/>
        </p:nvSpPr>
        <p:spPr>
          <a:xfrm>
            <a:off x="3577237" y="31106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E177214E-6D52-7548-4F21-66808FDB1329}"/>
              </a:ext>
            </a:extLst>
          </p:cNvPr>
          <p:cNvSpPr/>
          <p:nvPr/>
        </p:nvSpPr>
        <p:spPr>
          <a:xfrm>
            <a:off x="3217237" y="49106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A801A0C0-359E-FDD1-F530-BCF9DCFFEE46}"/>
              </a:ext>
            </a:extLst>
          </p:cNvPr>
          <p:cNvSpPr/>
          <p:nvPr/>
        </p:nvSpPr>
        <p:spPr>
          <a:xfrm>
            <a:off x="3577237" y="49106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4B6009D9-BDE6-E3CD-C9D0-17D983FAD860}"/>
              </a:ext>
            </a:extLst>
          </p:cNvPr>
          <p:cNvSpPr/>
          <p:nvPr/>
        </p:nvSpPr>
        <p:spPr>
          <a:xfrm>
            <a:off x="3217237" y="67097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16409552-CDE6-3DD2-BE9B-74FE4B82DBB7}"/>
              </a:ext>
            </a:extLst>
          </p:cNvPr>
          <p:cNvSpPr/>
          <p:nvPr/>
        </p:nvSpPr>
        <p:spPr>
          <a:xfrm>
            <a:off x="3397237" y="67106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79432ED7-AE4F-8967-634D-4C663E29FC8D}"/>
              </a:ext>
            </a:extLst>
          </p:cNvPr>
          <p:cNvSpPr/>
          <p:nvPr/>
        </p:nvSpPr>
        <p:spPr>
          <a:xfrm>
            <a:off x="3577237" y="67097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4E5EF782-456B-5C36-556A-67CF544FE210}"/>
              </a:ext>
            </a:extLst>
          </p:cNvPr>
          <p:cNvSpPr/>
          <p:nvPr/>
        </p:nvSpPr>
        <p:spPr>
          <a:xfrm>
            <a:off x="3577237" y="85097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AEC02DA6-6597-6DC1-AE12-EB253585793B}"/>
              </a:ext>
            </a:extLst>
          </p:cNvPr>
          <p:cNvSpPr/>
          <p:nvPr/>
        </p:nvSpPr>
        <p:spPr>
          <a:xfrm>
            <a:off x="3577237" y="10307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ED56A66B-B335-5B52-71D6-A094D1F95BB0}"/>
              </a:ext>
            </a:extLst>
          </p:cNvPr>
          <p:cNvSpPr/>
          <p:nvPr/>
        </p:nvSpPr>
        <p:spPr>
          <a:xfrm>
            <a:off x="3937237" y="31097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801D31DB-1490-ED10-7524-A13F250611B4}"/>
              </a:ext>
            </a:extLst>
          </p:cNvPr>
          <p:cNvSpPr/>
          <p:nvPr/>
        </p:nvSpPr>
        <p:spPr>
          <a:xfrm>
            <a:off x="4117237" y="31106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298E6231-F6CF-85C0-0A67-664071C99BE3}"/>
              </a:ext>
            </a:extLst>
          </p:cNvPr>
          <p:cNvSpPr/>
          <p:nvPr/>
        </p:nvSpPr>
        <p:spPr>
          <a:xfrm>
            <a:off x="4297237" y="31097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1E96CF12-DBE6-799D-6D6B-40E5016B3873}"/>
              </a:ext>
            </a:extLst>
          </p:cNvPr>
          <p:cNvSpPr/>
          <p:nvPr/>
        </p:nvSpPr>
        <p:spPr>
          <a:xfrm>
            <a:off x="3937237" y="49097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21A321FA-DFE9-DE3C-7060-9814524CFF69}"/>
              </a:ext>
            </a:extLst>
          </p:cNvPr>
          <p:cNvSpPr/>
          <p:nvPr/>
        </p:nvSpPr>
        <p:spPr>
          <a:xfrm>
            <a:off x="4297237" y="49097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4084CF6A-B0A0-B93F-784D-007C650A6F44}"/>
              </a:ext>
            </a:extLst>
          </p:cNvPr>
          <p:cNvSpPr/>
          <p:nvPr/>
        </p:nvSpPr>
        <p:spPr>
          <a:xfrm>
            <a:off x="3937237" y="67088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AEA9E3BA-F1A3-6A7A-4826-0DB3B1A421BF}"/>
              </a:ext>
            </a:extLst>
          </p:cNvPr>
          <p:cNvSpPr/>
          <p:nvPr/>
        </p:nvSpPr>
        <p:spPr>
          <a:xfrm>
            <a:off x="4117237" y="67097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FBD214BC-6059-A423-FC3B-BAFE93DC58C5}"/>
              </a:ext>
            </a:extLst>
          </p:cNvPr>
          <p:cNvSpPr/>
          <p:nvPr/>
        </p:nvSpPr>
        <p:spPr>
          <a:xfrm>
            <a:off x="3937237" y="85075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FF181712-BF7A-45A0-60B4-44841D261597}"/>
              </a:ext>
            </a:extLst>
          </p:cNvPr>
          <p:cNvSpPr/>
          <p:nvPr/>
        </p:nvSpPr>
        <p:spPr>
          <a:xfrm>
            <a:off x="4297237" y="85088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1DF08B61-82F0-0227-4EFA-70BC7662D814}"/>
              </a:ext>
            </a:extLst>
          </p:cNvPr>
          <p:cNvSpPr/>
          <p:nvPr/>
        </p:nvSpPr>
        <p:spPr>
          <a:xfrm>
            <a:off x="3937237" y="103070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3BF457DA-03E2-5524-E846-E7698533DFFB}"/>
              </a:ext>
            </a:extLst>
          </p:cNvPr>
          <p:cNvSpPr/>
          <p:nvPr/>
        </p:nvSpPr>
        <p:spPr>
          <a:xfrm>
            <a:off x="4297237" y="103070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79652EC5-19DF-EDC6-CB7C-DD0F11F918B2}"/>
              </a:ext>
            </a:extLst>
          </p:cNvPr>
          <p:cNvSpPr/>
          <p:nvPr/>
        </p:nvSpPr>
        <p:spPr>
          <a:xfrm>
            <a:off x="4837237" y="31097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476DD635-2442-326B-6477-7D0CFE65CDF1}"/>
              </a:ext>
            </a:extLst>
          </p:cNvPr>
          <p:cNvSpPr/>
          <p:nvPr/>
        </p:nvSpPr>
        <p:spPr>
          <a:xfrm>
            <a:off x="5017237" y="31088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F4E07EEC-06B9-1840-AC0F-DCB2042AA2FF}"/>
              </a:ext>
            </a:extLst>
          </p:cNvPr>
          <p:cNvSpPr/>
          <p:nvPr/>
        </p:nvSpPr>
        <p:spPr>
          <a:xfrm>
            <a:off x="4657237" y="49088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78E5C80D-87C6-7BB7-EE02-024D54E5345C}"/>
              </a:ext>
            </a:extLst>
          </p:cNvPr>
          <p:cNvSpPr/>
          <p:nvPr/>
        </p:nvSpPr>
        <p:spPr>
          <a:xfrm>
            <a:off x="4657237" y="6707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263736AB-17FB-3DC4-9CFA-9722694E81C5}"/>
              </a:ext>
            </a:extLst>
          </p:cNvPr>
          <p:cNvSpPr/>
          <p:nvPr/>
        </p:nvSpPr>
        <p:spPr>
          <a:xfrm>
            <a:off x="4837237" y="67088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6A00A80B-158C-6413-4698-2BF1492BE76D}"/>
              </a:ext>
            </a:extLst>
          </p:cNvPr>
          <p:cNvSpPr/>
          <p:nvPr/>
        </p:nvSpPr>
        <p:spPr>
          <a:xfrm>
            <a:off x="5017237" y="6707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10A90A3F-9DAA-6E06-2F98-272E56BB22FE}"/>
              </a:ext>
            </a:extLst>
          </p:cNvPr>
          <p:cNvSpPr/>
          <p:nvPr/>
        </p:nvSpPr>
        <p:spPr>
          <a:xfrm>
            <a:off x="5017237" y="8507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6141AED9-7489-5C56-DD48-D87197E31DAD}"/>
              </a:ext>
            </a:extLst>
          </p:cNvPr>
          <p:cNvSpPr/>
          <p:nvPr/>
        </p:nvSpPr>
        <p:spPr>
          <a:xfrm>
            <a:off x="4657237" y="103061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3C9D120C-9151-80D4-98EA-60DF3BB778AC}"/>
              </a:ext>
            </a:extLst>
          </p:cNvPr>
          <p:cNvSpPr/>
          <p:nvPr/>
        </p:nvSpPr>
        <p:spPr>
          <a:xfrm>
            <a:off x="4837237" y="103070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DF4FC6C7-EA4C-5CE2-7A10-8B8429746D67}"/>
              </a:ext>
            </a:extLst>
          </p:cNvPr>
          <p:cNvSpPr/>
          <p:nvPr/>
        </p:nvSpPr>
        <p:spPr>
          <a:xfrm>
            <a:off x="5017237" y="103061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97EFF572-F05C-11D5-2790-ED97C3088601}"/>
              </a:ext>
            </a:extLst>
          </p:cNvPr>
          <p:cNvSpPr/>
          <p:nvPr/>
        </p:nvSpPr>
        <p:spPr>
          <a:xfrm>
            <a:off x="5377237" y="3107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C5C282D0-21E5-044A-C1A4-88F78185875C}"/>
              </a:ext>
            </a:extLst>
          </p:cNvPr>
          <p:cNvSpPr/>
          <p:nvPr/>
        </p:nvSpPr>
        <p:spPr>
          <a:xfrm>
            <a:off x="5557237" y="31088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DFB76BA0-C5AA-F03B-2402-D980EC9A75BD}"/>
              </a:ext>
            </a:extLst>
          </p:cNvPr>
          <p:cNvSpPr/>
          <p:nvPr/>
        </p:nvSpPr>
        <p:spPr>
          <a:xfrm>
            <a:off x="5737237" y="3107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9D42726E-2239-9B93-E9F2-EAD287D99216}"/>
              </a:ext>
            </a:extLst>
          </p:cNvPr>
          <p:cNvSpPr/>
          <p:nvPr/>
        </p:nvSpPr>
        <p:spPr>
          <a:xfrm>
            <a:off x="5557237" y="49088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06469757-41FF-4BED-2769-A97A7BC8257E}"/>
              </a:ext>
            </a:extLst>
          </p:cNvPr>
          <p:cNvSpPr/>
          <p:nvPr/>
        </p:nvSpPr>
        <p:spPr>
          <a:xfrm>
            <a:off x="5557237" y="6707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7E8C5076-9293-4EC8-A616-1570B2E4294B}"/>
              </a:ext>
            </a:extLst>
          </p:cNvPr>
          <p:cNvSpPr/>
          <p:nvPr/>
        </p:nvSpPr>
        <p:spPr>
          <a:xfrm>
            <a:off x="5557237" y="8507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482675E5-8C71-F4C1-24C2-2E426F3CCE74}"/>
              </a:ext>
            </a:extLst>
          </p:cNvPr>
          <p:cNvSpPr/>
          <p:nvPr/>
        </p:nvSpPr>
        <p:spPr>
          <a:xfrm>
            <a:off x="5557237" y="103061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CCDFCEFF-0555-833B-8ED5-F57504EDD0F2}"/>
              </a:ext>
            </a:extLst>
          </p:cNvPr>
          <p:cNvSpPr/>
          <p:nvPr/>
        </p:nvSpPr>
        <p:spPr>
          <a:xfrm>
            <a:off x="6094765" y="31124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4A4365AC-C5AA-5244-2C21-98DF87F17FBF}"/>
              </a:ext>
            </a:extLst>
          </p:cNvPr>
          <p:cNvSpPr/>
          <p:nvPr/>
        </p:nvSpPr>
        <p:spPr>
          <a:xfrm>
            <a:off x="6454765" y="31124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7FDCB3D0-D915-A13B-842F-A7AE577FF5E6}"/>
              </a:ext>
            </a:extLst>
          </p:cNvPr>
          <p:cNvSpPr/>
          <p:nvPr/>
        </p:nvSpPr>
        <p:spPr>
          <a:xfrm>
            <a:off x="6094765" y="49124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EC943A22-F46C-A6DD-16F7-AF6359756665}"/>
              </a:ext>
            </a:extLst>
          </p:cNvPr>
          <p:cNvSpPr/>
          <p:nvPr/>
        </p:nvSpPr>
        <p:spPr>
          <a:xfrm>
            <a:off x="6454765" y="49124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A4B61D84-DFB7-4388-AC99-98E2BFF39483}"/>
              </a:ext>
            </a:extLst>
          </p:cNvPr>
          <p:cNvSpPr/>
          <p:nvPr/>
        </p:nvSpPr>
        <p:spPr>
          <a:xfrm>
            <a:off x="6094765" y="67115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E390BB48-B6B2-2103-B16D-C8ED01CFE78A}"/>
              </a:ext>
            </a:extLst>
          </p:cNvPr>
          <p:cNvSpPr/>
          <p:nvPr/>
        </p:nvSpPr>
        <p:spPr>
          <a:xfrm>
            <a:off x="6454765" y="67115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B72B92C9-758E-608B-5D8F-E5AB83ECFD42}"/>
              </a:ext>
            </a:extLst>
          </p:cNvPr>
          <p:cNvSpPr/>
          <p:nvPr/>
        </p:nvSpPr>
        <p:spPr>
          <a:xfrm>
            <a:off x="6094765" y="85115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DE33F91F-825A-16E6-89AE-B4C4FB8AC2CA}"/>
              </a:ext>
            </a:extLst>
          </p:cNvPr>
          <p:cNvSpPr/>
          <p:nvPr/>
        </p:nvSpPr>
        <p:spPr>
          <a:xfrm>
            <a:off x="6454765" y="85115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8EE76BB7-CB17-751D-674F-C72E3893DF14}"/>
              </a:ext>
            </a:extLst>
          </p:cNvPr>
          <p:cNvSpPr/>
          <p:nvPr/>
        </p:nvSpPr>
        <p:spPr>
          <a:xfrm>
            <a:off x="6094765" y="103097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97501B2C-77AA-2F91-C0A3-3F5CBE7BA941}"/>
              </a:ext>
            </a:extLst>
          </p:cNvPr>
          <p:cNvSpPr/>
          <p:nvPr/>
        </p:nvSpPr>
        <p:spPr>
          <a:xfrm>
            <a:off x="6274765" y="103106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62A9A26A-C6AD-18F7-2CA0-5EA959E7114D}"/>
              </a:ext>
            </a:extLst>
          </p:cNvPr>
          <p:cNvSpPr/>
          <p:nvPr/>
        </p:nvSpPr>
        <p:spPr>
          <a:xfrm>
            <a:off x="6454765" y="103097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63519BE7-1072-6D50-C54C-5956AA83EFAD}"/>
              </a:ext>
            </a:extLst>
          </p:cNvPr>
          <p:cNvSpPr/>
          <p:nvPr/>
        </p:nvSpPr>
        <p:spPr>
          <a:xfrm>
            <a:off x="6814765" y="31115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BB2479D4-95BE-5DAD-2348-4DD18AB4D2CB}"/>
              </a:ext>
            </a:extLst>
          </p:cNvPr>
          <p:cNvSpPr/>
          <p:nvPr/>
        </p:nvSpPr>
        <p:spPr>
          <a:xfrm>
            <a:off x="7174765" y="31115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02ED45EA-7C11-3251-58DE-2811DC480A9B}"/>
              </a:ext>
            </a:extLst>
          </p:cNvPr>
          <p:cNvSpPr/>
          <p:nvPr/>
        </p:nvSpPr>
        <p:spPr>
          <a:xfrm>
            <a:off x="6814765" y="49115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9" name="矩形 188">
            <a:extLst>
              <a:ext uri="{FF2B5EF4-FFF2-40B4-BE49-F238E27FC236}">
                <a16:creationId xmlns:a16="http://schemas.microsoft.com/office/drawing/2014/main" id="{466B0C42-D405-454E-39E7-1FB77E96F85A}"/>
              </a:ext>
            </a:extLst>
          </p:cNvPr>
          <p:cNvSpPr/>
          <p:nvPr/>
        </p:nvSpPr>
        <p:spPr>
          <a:xfrm>
            <a:off x="7174765" y="49115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0" name="矩形 189">
            <a:extLst>
              <a:ext uri="{FF2B5EF4-FFF2-40B4-BE49-F238E27FC236}">
                <a16:creationId xmlns:a16="http://schemas.microsoft.com/office/drawing/2014/main" id="{9902C302-E3C9-6C93-D74A-C2C59367AD72}"/>
              </a:ext>
            </a:extLst>
          </p:cNvPr>
          <p:cNvSpPr/>
          <p:nvPr/>
        </p:nvSpPr>
        <p:spPr>
          <a:xfrm>
            <a:off x="6814765" y="67106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2" name="矩形 191">
            <a:extLst>
              <a:ext uri="{FF2B5EF4-FFF2-40B4-BE49-F238E27FC236}">
                <a16:creationId xmlns:a16="http://schemas.microsoft.com/office/drawing/2014/main" id="{B6ACCA65-BE70-3D07-B666-8F6A348908CF}"/>
              </a:ext>
            </a:extLst>
          </p:cNvPr>
          <p:cNvSpPr/>
          <p:nvPr/>
        </p:nvSpPr>
        <p:spPr>
          <a:xfrm>
            <a:off x="7174765" y="67106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3" name="矩形 192">
            <a:extLst>
              <a:ext uri="{FF2B5EF4-FFF2-40B4-BE49-F238E27FC236}">
                <a16:creationId xmlns:a16="http://schemas.microsoft.com/office/drawing/2014/main" id="{E0A69FEF-8648-9997-C99B-F935B2B94D8F}"/>
              </a:ext>
            </a:extLst>
          </p:cNvPr>
          <p:cNvSpPr/>
          <p:nvPr/>
        </p:nvSpPr>
        <p:spPr>
          <a:xfrm>
            <a:off x="6814765" y="85093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71F66EF3-CD02-F579-329B-DDAF6AF21C02}"/>
              </a:ext>
            </a:extLst>
          </p:cNvPr>
          <p:cNvSpPr/>
          <p:nvPr/>
        </p:nvSpPr>
        <p:spPr>
          <a:xfrm>
            <a:off x="7174765" y="85106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7" name="矩形 196">
            <a:extLst>
              <a:ext uri="{FF2B5EF4-FFF2-40B4-BE49-F238E27FC236}">
                <a16:creationId xmlns:a16="http://schemas.microsoft.com/office/drawing/2014/main" id="{03B1A697-F34A-72C1-20DA-995B77FDEF7E}"/>
              </a:ext>
            </a:extLst>
          </p:cNvPr>
          <p:cNvSpPr/>
          <p:nvPr/>
        </p:nvSpPr>
        <p:spPr>
          <a:xfrm>
            <a:off x="6994765" y="103097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68C1BBE8-B14A-63CF-4141-3EA17EC21633}"/>
              </a:ext>
            </a:extLst>
          </p:cNvPr>
          <p:cNvSpPr/>
          <p:nvPr/>
        </p:nvSpPr>
        <p:spPr>
          <a:xfrm>
            <a:off x="7534765" y="31106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73DD8A55-0503-8C0D-1739-F8FA19A840D7}"/>
              </a:ext>
            </a:extLst>
          </p:cNvPr>
          <p:cNvSpPr/>
          <p:nvPr/>
        </p:nvSpPr>
        <p:spPr>
          <a:xfrm>
            <a:off x="7894765" y="31106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F340E1C6-8C1A-D3A0-BC90-7C576DB7E0D4}"/>
              </a:ext>
            </a:extLst>
          </p:cNvPr>
          <p:cNvSpPr/>
          <p:nvPr/>
        </p:nvSpPr>
        <p:spPr>
          <a:xfrm>
            <a:off x="7534765" y="49106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5818E09A-40DE-C9FB-79B3-9B87AA1B5956}"/>
              </a:ext>
            </a:extLst>
          </p:cNvPr>
          <p:cNvSpPr/>
          <p:nvPr/>
        </p:nvSpPr>
        <p:spPr>
          <a:xfrm>
            <a:off x="7894765" y="49106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5" name="矩形 204">
            <a:extLst>
              <a:ext uri="{FF2B5EF4-FFF2-40B4-BE49-F238E27FC236}">
                <a16:creationId xmlns:a16="http://schemas.microsoft.com/office/drawing/2014/main" id="{68A0C323-C94C-A9AB-6B01-3AF77852D067}"/>
              </a:ext>
            </a:extLst>
          </p:cNvPr>
          <p:cNvSpPr/>
          <p:nvPr/>
        </p:nvSpPr>
        <p:spPr>
          <a:xfrm>
            <a:off x="7534765" y="67097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7" name="矩形 206">
            <a:extLst>
              <a:ext uri="{FF2B5EF4-FFF2-40B4-BE49-F238E27FC236}">
                <a16:creationId xmlns:a16="http://schemas.microsoft.com/office/drawing/2014/main" id="{E92D8B5A-914A-933D-EB21-AB47593D1296}"/>
              </a:ext>
            </a:extLst>
          </p:cNvPr>
          <p:cNvSpPr/>
          <p:nvPr/>
        </p:nvSpPr>
        <p:spPr>
          <a:xfrm>
            <a:off x="7894765" y="67097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8" name="矩形 207">
            <a:extLst>
              <a:ext uri="{FF2B5EF4-FFF2-40B4-BE49-F238E27FC236}">
                <a16:creationId xmlns:a16="http://schemas.microsoft.com/office/drawing/2014/main" id="{A6B0DFB2-6E92-52F6-A8BA-672C7EEBFA97}"/>
              </a:ext>
            </a:extLst>
          </p:cNvPr>
          <p:cNvSpPr/>
          <p:nvPr/>
        </p:nvSpPr>
        <p:spPr>
          <a:xfrm>
            <a:off x="7534765" y="85097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9" name="矩形 208">
            <a:extLst>
              <a:ext uri="{FF2B5EF4-FFF2-40B4-BE49-F238E27FC236}">
                <a16:creationId xmlns:a16="http://schemas.microsoft.com/office/drawing/2014/main" id="{A37E6D02-C653-AFF8-60E5-A79BD8B6EBDB}"/>
              </a:ext>
            </a:extLst>
          </p:cNvPr>
          <p:cNvSpPr/>
          <p:nvPr/>
        </p:nvSpPr>
        <p:spPr>
          <a:xfrm>
            <a:off x="7714765" y="85106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0" name="矩形 209">
            <a:extLst>
              <a:ext uri="{FF2B5EF4-FFF2-40B4-BE49-F238E27FC236}">
                <a16:creationId xmlns:a16="http://schemas.microsoft.com/office/drawing/2014/main" id="{13B0AE6A-47EC-1C05-96A7-D93FB1CAA416}"/>
              </a:ext>
            </a:extLst>
          </p:cNvPr>
          <p:cNvSpPr/>
          <p:nvPr/>
        </p:nvSpPr>
        <p:spPr>
          <a:xfrm>
            <a:off x="7894765" y="85097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1" name="矩形 210">
            <a:extLst>
              <a:ext uri="{FF2B5EF4-FFF2-40B4-BE49-F238E27FC236}">
                <a16:creationId xmlns:a16="http://schemas.microsoft.com/office/drawing/2014/main" id="{FD9527CA-E78B-2150-9AFB-8512003ABEBA}"/>
              </a:ext>
            </a:extLst>
          </p:cNvPr>
          <p:cNvSpPr/>
          <p:nvPr/>
        </p:nvSpPr>
        <p:spPr>
          <a:xfrm>
            <a:off x="7534765" y="10307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2" name="矩形 211">
            <a:extLst>
              <a:ext uri="{FF2B5EF4-FFF2-40B4-BE49-F238E27FC236}">
                <a16:creationId xmlns:a16="http://schemas.microsoft.com/office/drawing/2014/main" id="{7C77ED57-523E-9EE7-E6D3-77A0BBCDF985}"/>
              </a:ext>
            </a:extLst>
          </p:cNvPr>
          <p:cNvSpPr/>
          <p:nvPr/>
        </p:nvSpPr>
        <p:spPr>
          <a:xfrm>
            <a:off x="7714765" y="103088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3" name="矩形 212">
            <a:extLst>
              <a:ext uri="{FF2B5EF4-FFF2-40B4-BE49-F238E27FC236}">
                <a16:creationId xmlns:a16="http://schemas.microsoft.com/office/drawing/2014/main" id="{6F395587-4D3D-D9D9-AE1E-88E8E9FEFA59}"/>
              </a:ext>
            </a:extLst>
          </p:cNvPr>
          <p:cNvSpPr/>
          <p:nvPr/>
        </p:nvSpPr>
        <p:spPr>
          <a:xfrm>
            <a:off x="7894765" y="10307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4" name="矩形 213">
            <a:extLst>
              <a:ext uri="{FF2B5EF4-FFF2-40B4-BE49-F238E27FC236}">
                <a16:creationId xmlns:a16="http://schemas.microsoft.com/office/drawing/2014/main" id="{CCEEABE6-C21B-CFF9-E473-2FD124D7D061}"/>
              </a:ext>
            </a:extLst>
          </p:cNvPr>
          <p:cNvSpPr/>
          <p:nvPr/>
        </p:nvSpPr>
        <p:spPr>
          <a:xfrm>
            <a:off x="8254765" y="31097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6" name="矩形 215">
            <a:extLst>
              <a:ext uri="{FF2B5EF4-FFF2-40B4-BE49-F238E27FC236}">
                <a16:creationId xmlns:a16="http://schemas.microsoft.com/office/drawing/2014/main" id="{A01B905D-18DD-577C-2A6A-2D07F01F76FA}"/>
              </a:ext>
            </a:extLst>
          </p:cNvPr>
          <p:cNvSpPr/>
          <p:nvPr/>
        </p:nvSpPr>
        <p:spPr>
          <a:xfrm>
            <a:off x="8614765" y="31097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7" name="矩形 216">
            <a:extLst>
              <a:ext uri="{FF2B5EF4-FFF2-40B4-BE49-F238E27FC236}">
                <a16:creationId xmlns:a16="http://schemas.microsoft.com/office/drawing/2014/main" id="{0258C66D-4396-2E8A-AED0-A0EA36CC0BE1}"/>
              </a:ext>
            </a:extLst>
          </p:cNvPr>
          <p:cNvSpPr/>
          <p:nvPr/>
        </p:nvSpPr>
        <p:spPr>
          <a:xfrm>
            <a:off x="8254765" y="49097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9" name="矩形 218">
            <a:extLst>
              <a:ext uri="{FF2B5EF4-FFF2-40B4-BE49-F238E27FC236}">
                <a16:creationId xmlns:a16="http://schemas.microsoft.com/office/drawing/2014/main" id="{7E15DA57-E001-A057-B1E0-EBCD0B93FA6A}"/>
              </a:ext>
            </a:extLst>
          </p:cNvPr>
          <p:cNvSpPr/>
          <p:nvPr/>
        </p:nvSpPr>
        <p:spPr>
          <a:xfrm>
            <a:off x="8614765" y="49097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1" name="矩形 220">
            <a:extLst>
              <a:ext uri="{FF2B5EF4-FFF2-40B4-BE49-F238E27FC236}">
                <a16:creationId xmlns:a16="http://schemas.microsoft.com/office/drawing/2014/main" id="{DAF9199C-46F3-7D1A-3C12-596C36ECEDB4}"/>
              </a:ext>
            </a:extLst>
          </p:cNvPr>
          <p:cNvSpPr/>
          <p:nvPr/>
        </p:nvSpPr>
        <p:spPr>
          <a:xfrm>
            <a:off x="8434765" y="67097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3" name="矩形 222">
            <a:extLst>
              <a:ext uri="{FF2B5EF4-FFF2-40B4-BE49-F238E27FC236}">
                <a16:creationId xmlns:a16="http://schemas.microsoft.com/office/drawing/2014/main" id="{D51DC236-64D1-CBDC-3D93-9F910D648F54}"/>
              </a:ext>
            </a:extLst>
          </p:cNvPr>
          <p:cNvSpPr/>
          <p:nvPr/>
        </p:nvSpPr>
        <p:spPr>
          <a:xfrm>
            <a:off x="8254765" y="85075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5" name="矩形 224">
            <a:extLst>
              <a:ext uri="{FF2B5EF4-FFF2-40B4-BE49-F238E27FC236}">
                <a16:creationId xmlns:a16="http://schemas.microsoft.com/office/drawing/2014/main" id="{24D62B76-F885-0068-FE0C-0486108D63EE}"/>
              </a:ext>
            </a:extLst>
          </p:cNvPr>
          <p:cNvSpPr/>
          <p:nvPr/>
        </p:nvSpPr>
        <p:spPr>
          <a:xfrm>
            <a:off x="8614765" y="85088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矩形 225">
            <a:extLst>
              <a:ext uri="{FF2B5EF4-FFF2-40B4-BE49-F238E27FC236}">
                <a16:creationId xmlns:a16="http://schemas.microsoft.com/office/drawing/2014/main" id="{61273C97-D783-444D-C70A-09AC6E6D0738}"/>
              </a:ext>
            </a:extLst>
          </p:cNvPr>
          <p:cNvSpPr/>
          <p:nvPr/>
        </p:nvSpPr>
        <p:spPr>
          <a:xfrm>
            <a:off x="8254765" y="103070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8" name="矩形 227">
            <a:extLst>
              <a:ext uri="{FF2B5EF4-FFF2-40B4-BE49-F238E27FC236}">
                <a16:creationId xmlns:a16="http://schemas.microsoft.com/office/drawing/2014/main" id="{B4A0B636-0FFD-EE1E-4FF2-70AC8AC84DB7}"/>
              </a:ext>
            </a:extLst>
          </p:cNvPr>
          <p:cNvSpPr/>
          <p:nvPr/>
        </p:nvSpPr>
        <p:spPr>
          <a:xfrm>
            <a:off x="8614765" y="103070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487D7E3-F5C5-490E-8260-78335A5B6C65}"/>
              </a:ext>
            </a:extLst>
          </p:cNvPr>
          <p:cNvSpPr/>
          <p:nvPr/>
        </p:nvSpPr>
        <p:spPr>
          <a:xfrm>
            <a:off x="4656617" y="31097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4229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B32C29-31CA-4F24-4BE9-B0EEB85E2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EF525B91-20EA-DB3F-8CF0-BC36F1600028}"/>
              </a:ext>
            </a:extLst>
          </p:cNvPr>
          <p:cNvSpPr/>
          <p:nvPr/>
        </p:nvSpPr>
        <p:spPr>
          <a:xfrm>
            <a:off x="157237" y="130795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31B9289-0A71-78E7-A260-DA3BF3E96EAC}"/>
              </a:ext>
            </a:extLst>
          </p:cNvPr>
          <p:cNvSpPr/>
          <p:nvPr/>
        </p:nvSpPr>
        <p:spPr>
          <a:xfrm>
            <a:off x="877237" y="130795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F35D301-785A-15FF-9F40-FC9DAE0978D3}"/>
              </a:ext>
            </a:extLst>
          </p:cNvPr>
          <p:cNvSpPr/>
          <p:nvPr/>
        </p:nvSpPr>
        <p:spPr>
          <a:xfrm>
            <a:off x="1597237" y="130795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CA5D87D-3B13-A27B-31FE-9D9BB9464B15}"/>
              </a:ext>
            </a:extLst>
          </p:cNvPr>
          <p:cNvSpPr/>
          <p:nvPr/>
        </p:nvSpPr>
        <p:spPr>
          <a:xfrm>
            <a:off x="2317237" y="130795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81321BB-6243-A93D-B08F-E38BCABA9079}"/>
              </a:ext>
            </a:extLst>
          </p:cNvPr>
          <p:cNvSpPr/>
          <p:nvPr/>
        </p:nvSpPr>
        <p:spPr>
          <a:xfrm>
            <a:off x="3035036" y="130795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45F4612-B8FA-8590-F900-BF14B140D0C4}"/>
              </a:ext>
            </a:extLst>
          </p:cNvPr>
          <p:cNvSpPr/>
          <p:nvPr/>
        </p:nvSpPr>
        <p:spPr>
          <a:xfrm>
            <a:off x="3757237" y="130795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E30A819-4ECA-0656-48B8-19AA4BF9E6E8}"/>
              </a:ext>
            </a:extLst>
          </p:cNvPr>
          <p:cNvSpPr/>
          <p:nvPr/>
        </p:nvSpPr>
        <p:spPr>
          <a:xfrm>
            <a:off x="4479438" y="130795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CF707A3-1BFA-DDA7-4C7C-C38B4AE5BDF1}"/>
              </a:ext>
            </a:extLst>
          </p:cNvPr>
          <p:cNvSpPr/>
          <p:nvPr/>
        </p:nvSpPr>
        <p:spPr>
          <a:xfrm>
            <a:off x="5197237" y="130795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09D4639-81F4-7C27-D0BE-310072039870}"/>
              </a:ext>
            </a:extLst>
          </p:cNvPr>
          <p:cNvSpPr/>
          <p:nvPr/>
        </p:nvSpPr>
        <p:spPr>
          <a:xfrm>
            <a:off x="5919438" y="130795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BD02056-0D54-172E-D7CC-84650E2A22F8}"/>
              </a:ext>
            </a:extLst>
          </p:cNvPr>
          <p:cNvSpPr/>
          <p:nvPr/>
        </p:nvSpPr>
        <p:spPr>
          <a:xfrm>
            <a:off x="6637237" y="130795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4EDE037-4C27-9296-270B-D4D3A9E81439}"/>
              </a:ext>
            </a:extLst>
          </p:cNvPr>
          <p:cNvSpPr/>
          <p:nvPr/>
        </p:nvSpPr>
        <p:spPr>
          <a:xfrm>
            <a:off x="7359438" y="130795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08F1D64-056B-FD71-55CE-A76B67F9EEE1}"/>
              </a:ext>
            </a:extLst>
          </p:cNvPr>
          <p:cNvSpPr/>
          <p:nvPr/>
        </p:nvSpPr>
        <p:spPr>
          <a:xfrm>
            <a:off x="8077237" y="130795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39ABDE4-917C-E7EF-60C5-5B0E5E6F4201}"/>
              </a:ext>
            </a:extLst>
          </p:cNvPr>
          <p:cNvSpPr/>
          <p:nvPr/>
        </p:nvSpPr>
        <p:spPr>
          <a:xfrm>
            <a:off x="337237" y="31160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B07F665-976E-D3EB-E51B-E911D2E3D461}"/>
              </a:ext>
            </a:extLst>
          </p:cNvPr>
          <p:cNvSpPr/>
          <p:nvPr/>
        </p:nvSpPr>
        <p:spPr>
          <a:xfrm>
            <a:off x="697237" y="31160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A4CB5D7-A605-E199-0B3F-C2BE1D6A027E}"/>
              </a:ext>
            </a:extLst>
          </p:cNvPr>
          <p:cNvSpPr/>
          <p:nvPr/>
        </p:nvSpPr>
        <p:spPr>
          <a:xfrm>
            <a:off x="337237" y="49160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A4540AD-6ABA-4A29-8571-F563A2D695AE}"/>
              </a:ext>
            </a:extLst>
          </p:cNvPr>
          <p:cNvSpPr/>
          <p:nvPr/>
        </p:nvSpPr>
        <p:spPr>
          <a:xfrm>
            <a:off x="697237" y="49160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70BBCEF-B43F-265F-5B2C-59C10B5E1303}"/>
              </a:ext>
            </a:extLst>
          </p:cNvPr>
          <p:cNvSpPr/>
          <p:nvPr/>
        </p:nvSpPr>
        <p:spPr>
          <a:xfrm>
            <a:off x="517237" y="67160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BEFB3F0-70C6-5E30-9CC8-B762E7A19BEC}"/>
              </a:ext>
            </a:extLst>
          </p:cNvPr>
          <p:cNvSpPr/>
          <p:nvPr/>
        </p:nvSpPr>
        <p:spPr>
          <a:xfrm>
            <a:off x="517237" y="85160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B33BA4D-F9C9-0B0E-AAE8-9DCDE7B8E645}"/>
              </a:ext>
            </a:extLst>
          </p:cNvPr>
          <p:cNvSpPr/>
          <p:nvPr/>
        </p:nvSpPr>
        <p:spPr>
          <a:xfrm>
            <a:off x="517237" y="103142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F78DB27-9144-E9F6-F3E1-F8992A4ECCA9}"/>
              </a:ext>
            </a:extLst>
          </p:cNvPr>
          <p:cNvSpPr/>
          <p:nvPr/>
        </p:nvSpPr>
        <p:spPr>
          <a:xfrm>
            <a:off x="1057237" y="31151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367C7BF-D0DA-303A-6BF5-58080FA20891}"/>
              </a:ext>
            </a:extLst>
          </p:cNvPr>
          <p:cNvSpPr/>
          <p:nvPr/>
        </p:nvSpPr>
        <p:spPr>
          <a:xfrm>
            <a:off x="1237237" y="31160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76925FB-49A1-03CF-4C29-8ADE4E90E5E2}"/>
              </a:ext>
            </a:extLst>
          </p:cNvPr>
          <p:cNvSpPr/>
          <p:nvPr/>
        </p:nvSpPr>
        <p:spPr>
          <a:xfrm>
            <a:off x="1417237" y="31151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6B74D30-40BE-9042-C79B-3878CC04D1C8}"/>
              </a:ext>
            </a:extLst>
          </p:cNvPr>
          <p:cNvSpPr/>
          <p:nvPr/>
        </p:nvSpPr>
        <p:spPr>
          <a:xfrm>
            <a:off x="1417237" y="49151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469152A-1735-C7EB-85FF-CF53913D2E9D}"/>
              </a:ext>
            </a:extLst>
          </p:cNvPr>
          <p:cNvSpPr/>
          <p:nvPr/>
        </p:nvSpPr>
        <p:spPr>
          <a:xfrm>
            <a:off x="1237237" y="67151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D002FD7-0BC7-EF11-561C-05D9036945B5}"/>
              </a:ext>
            </a:extLst>
          </p:cNvPr>
          <p:cNvSpPr/>
          <p:nvPr/>
        </p:nvSpPr>
        <p:spPr>
          <a:xfrm>
            <a:off x="1057237" y="85129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080E274-8C62-2299-5C4B-A7EC49FD2BE2}"/>
              </a:ext>
            </a:extLst>
          </p:cNvPr>
          <p:cNvSpPr/>
          <p:nvPr/>
        </p:nvSpPr>
        <p:spPr>
          <a:xfrm>
            <a:off x="1057237" y="103124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F19A93A-DCAF-9CA2-5E9B-7A714FB0B130}"/>
              </a:ext>
            </a:extLst>
          </p:cNvPr>
          <p:cNvSpPr/>
          <p:nvPr/>
        </p:nvSpPr>
        <p:spPr>
          <a:xfrm>
            <a:off x="1237237" y="103133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7005846-4E57-6748-624E-6331D8E8E1CE}"/>
              </a:ext>
            </a:extLst>
          </p:cNvPr>
          <p:cNvSpPr/>
          <p:nvPr/>
        </p:nvSpPr>
        <p:spPr>
          <a:xfrm>
            <a:off x="1417237" y="103124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7F4E5327-3C68-7B16-6B33-D41D938CB053}"/>
              </a:ext>
            </a:extLst>
          </p:cNvPr>
          <p:cNvSpPr/>
          <p:nvPr/>
        </p:nvSpPr>
        <p:spPr>
          <a:xfrm>
            <a:off x="1777237" y="31142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2D81DBC7-9395-FA7A-A3B1-0B91653B926A}"/>
              </a:ext>
            </a:extLst>
          </p:cNvPr>
          <p:cNvSpPr/>
          <p:nvPr/>
        </p:nvSpPr>
        <p:spPr>
          <a:xfrm>
            <a:off x="1957237" y="31151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451AC57C-5CEA-DABF-6717-C5F679407CAC}"/>
              </a:ext>
            </a:extLst>
          </p:cNvPr>
          <p:cNvSpPr/>
          <p:nvPr/>
        </p:nvSpPr>
        <p:spPr>
          <a:xfrm>
            <a:off x="2137237" y="31142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DD6357BD-618C-44BF-4619-00974BC1A607}"/>
              </a:ext>
            </a:extLst>
          </p:cNvPr>
          <p:cNvSpPr/>
          <p:nvPr/>
        </p:nvSpPr>
        <p:spPr>
          <a:xfrm>
            <a:off x="1777237" y="49142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F0159DCD-6584-3EDB-0EC0-E8567A7C8E7E}"/>
              </a:ext>
            </a:extLst>
          </p:cNvPr>
          <p:cNvSpPr/>
          <p:nvPr/>
        </p:nvSpPr>
        <p:spPr>
          <a:xfrm>
            <a:off x="2137237" y="49142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CA97B495-2F6F-5CFA-CC60-F93345BAC0DD}"/>
              </a:ext>
            </a:extLst>
          </p:cNvPr>
          <p:cNvSpPr/>
          <p:nvPr/>
        </p:nvSpPr>
        <p:spPr>
          <a:xfrm>
            <a:off x="1777237" y="67133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62EAAA9B-7C53-30F0-16E3-FF43A7C24FF4}"/>
              </a:ext>
            </a:extLst>
          </p:cNvPr>
          <p:cNvSpPr/>
          <p:nvPr/>
        </p:nvSpPr>
        <p:spPr>
          <a:xfrm>
            <a:off x="2137237" y="67133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86D066AD-C8C6-1582-C203-AA0A64CBCDD9}"/>
              </a:ext>
            </a:extLst>
          </p:cNvPr>
          <p:cNvSpPr/>
          <p:nvPr/>
        </p:nvSpPr>
        <p:spPr>
          <a:xfrm>
            <a:off x="1777237" y="85133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701B0FE6-67B0-9956-68BC-8EDCF48E1D2A}"/>
              </a:ext>
            </a:extLst>
          </p:cNvPr>
          <p:cNvSpPr/>
          <p:nvPr/>
        </p:nvSpPr>
        <p:spPr>
          <a:xfrm>
            <a:off x="2137237" y="85133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C9F1CF04-62C9-C595-7702-94B791303A2D}"/>
              </a:ext>
            </a:extLst>
          </p:cNvPr>
          <p:cNvSpPr/>
          <p:nvPr/>
        </p:nvSpPr>
        <p:spPr>
          <a:xfrm>
            <a:off x="1777237" y="103115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09145987-9B66-5CCD-592C-B6C20DF5F25E}"/>
              </a:ext>
            </a:extLst>
          </p:cNvPr>
          <p:cNvSpPr/>
          <p:nvPr/>
        </p:nvSpPr>
        <p:spPr>
          <a:xfrm>
            <a:off x="1957237" y="103124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0344A2C8-2778-8029-7046-8482C432F03A}"/>
              </a:ext>
            </a:extLst>
          </p:cNvPr>
          <p:cNvSpPr/>
          <p:nvPr/>
        </p:nvSpPr>
        <p:spPr>
          <a:xfrm>
            <a:off x="2137237" y="103115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AC361479-C033-0C94-9E9E-74416366C384}"/>
              </a:ext>
            </a:extLst>
          </p:cNvPr>
          <p:cNvSpPr/>
          <p:nvPr/>
        </p:nvSpPr>
        <p:spPr>
          <a:xfrm>
            <a:off x="2497237" y="31133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E0A694CB-ACD0-9B4A-9248-658762D6829A}"/>
              </a:ext>
            </a:extLst>
          </p:cNvPr>
          <p:cNvSpPr/>
          <p:nvPr/>
        </p:nvSpPr>
        <p:spPr>
          <a:xfrm>
            <a:off x="2677237" y="31142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9333C737-C0CB-B171-4D61-9FB4BE0F5189}"/>
              </a:ext>
            </a:extLst>
          </p:cNvPr>
          <p:cNvSpPr/>
          <p:nvPr/>
        </p:nvSpPr>
        <p:spPr>
          <a:xfrm>
            <a:off x="2677237" y="49142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8A56F199-DA68-0178-F728-7FEA5C1754E5}"/>
              </a:ext>
            </a:extLst>
          </p:cNvPr>
          <p:cNvSpPr/>
          <p:nvPr/>
        </p:nvSpPr>
        <p:spPr>
          <a:xfrm>
            <a:off x="2677237" y="67133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B7504AC6-4ADF-747A-21E8-9B175F05EE29}"/>
              </a:ext>
            </a:extLst>
          </p:cNvPr>
          <p:cNvSpPr/>
          <p:nvPr/>
        </p:nvSpPr>
        <p:spPr>
          <a:xfrm>
            <a:off x="2677237" y="85133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3F3A493B-0A92-6770-7C68-D75607F4DF95}"/>
              </a:ext>
            </a:extLst>
          </p:cNvPr>
          <p:cNvSpPr/>
          <p:nvPr/>
        </p:nvSpPr>
        <p:spPr>
          <a:xfrm>
            <a:off x="2497237" y="103106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3C9ED451-E1D9-53B7-0C3B-97835D193C50}"/>
              </a:ext>
            </a:extLst>
          </p:cNvPr>
          <p:cNvSpPr/>
          <p:nvPr/>
        </p:nvSpPr>
        <p:spPr>
          <a:xfrm>
            <a:off x="2677237" y="103115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895E6FAF-5FC6-C1C9-F5FC-B7EE5A923792}"/>
              </a:ext>
            </a:extLst>
          </p:cNvPr>
          <p:cNvSpPr/>
          <p:nvPr/>
        </p:nvSpPr>
        <p:spPr>
          <a:xfrm>
            <a:off x="2857237" y="103106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E00E3A94-B3FA-6E01-FD25-27F9FD8FD5AA}"/>
              </a:ext>
            </a:extLst>
          </p:cNvPr>
          <p:cNvSpPr/>
          <p:nvPr/>
        </p:nvSpPr>
        <p:spPr>
          <a:xfrm>
            <a:off x="3217237" y="31106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855A2E6F-CB31-FBF7-0F91-538E97374366}"/>
              </a:ext>
            </a:extLst>
          </p:cNvPr>
          <p:cNvSpPr/>
          <p:nvPr/>
        </p:nvSpPr>
        <p:spPr>
          <a:xfrm>
            <a:off x="3397237" y="31115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8EAB1CC3-A119-DE41-0A2C-F55A62A2DAEF}"/>
              </a:ext>
            </a:extLst>
          </p:cNvPr>
          <p:cNvSpPr/>
          <p:nvPr/>
        </p:nvSpPr>
        <p:spPr>
          <a:xfrm>
            <a:off x="3577237" y="31106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FF603BA0-FB64-CD44-5B52-39FD431210D9}"/>
              </a:ext>
            </a:extLst>
          </p:cNvPr>
          <p:cNvSpPr/>
          <p:nvPr/>
        </p:nvSpPr>
        <p:spPr>
          <a:xfrm>
            <a:off x="3577237" y="49106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BB9701FD-6893-D3D9-81E0-69FABA463650}"/>
              </a:ext>
            </a:extLst>
          </p:cNvPr>
          <p:cNvSpPr/>
          <p:nvPr/>
        </p:nvSpPr>
        <p:spPr>
          <a:xfrm>
            <a:off x="3217237" y="67097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7C2820EC-81BA-6983-0F12-AE82D475D90D}"/>
              </a:ext>
            </a:extLst>
          </p:cNvPr>
          <p:cNvSpPr/>
          <p:nvPr/>
        </p:nvSpPr>
        <p:spPr>
          <a:xfrm>
            <a:off x="3397237" y="67106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956F3DF2-46D2-9DBD-A069-16FC5699DA34}"/>
              </a:ext>
            </a:extLst>
          </p:cNvPr>
          <p:cNvSpPr/>
          <p:nvPr/>
        </p:nvSpPr>
        <p:spPr>
          <a:xfrm>
            <a:off x="3577237" y="67097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6C6022F6-670A-8B9C-A343-37C46F0E4044}"/>
              </a:ext>
            </a:extLst>
          </p:cNvPr>
          <p:cNvSpPr/>
          <p:nvPr/>
        </p:nvSpPr>
        <p:spPr>
          <a:xfrm>
            <a:off x="3217237" y="85097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24D3639D-D917-760D-A4E8-0442935FF2D5}"/>
              </a:ext>
            </a:extLst>
          </p:cNvPr>
          <p:cNvSpPr/>
          <p:nvPr/>
        </p:nvSpPr>
        <p:spPr>
          <a:xfrm>
            <a:off x="3217237" y="10307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BEE94B16-16A5-F959-CD3A-95C31FDA5EDE}"/>
              </a:ext>
            </a:extLst>
          </p:cNvPr>
          <p:cNvSpPr/>
          <p:nvPr/>
        </p:nvSpPr>
        <p:spPr>
          <a:xfrm>
            <a:off x="3397237" y="103088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8CF37C81-D8C2-A344-6907-DBAB927C8139}"/>
              </a:ext>
            </a:extLst>
          </p:cNvPr>
          <p:cNvSpPr/>
          <p:nvPr/>
        </p:nvSpPr>
        <p:spPr>
          <a:xfrm>
            <a:off x="3577237" y="10307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DA701D9D-CAA1-6B9E-B51E-83C397C569E4}"/>
              </a:ext>
            </a:extLst>
          </p:cNvPr>
          <p:cNvSpPr/>
          <p:nvPr/>
        </p:nvSpPr>
        <p:spPr>
          <a:xfrm>
            <a:off x="3937237" y="31097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43F16A1B-0D75-36BE-702B-DF8EEDAD81D3}"/>
              </a:ext>
            </a:extLst>
          </p:cNvPr>
          <p:cNvSpPr/>
          <p:nvPr/>
        </p:nvSpPr>
        <p:spPr>
          <a:xfrm>
            <a:off x="4117237" y="31106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84E667FD-9751-26AC-9643-2AC7B6D14009}"/>
              </a:ext>
            </a:extLst>
          </p:cNvPr>
          <p:cNvSpPr/>
          <p:nvPr/>
        </p:nvSpPr>
        <p:spPr>
          <a:xfrm>
            <a:off x="4297237" y="31097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F9DC23A1-C768-8D0C-047D-D487860C5718}"/>
              </a:ext>
            </a:extLst>
          </p:cNvPr>
          <p:cNvSpPr/>
          <p:nvPr/>
        </p:nvSpPr>
        <p:spPr>
          <a:xfrm>
            <a:off x="4297237" y="49097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4B9950C2-E50E-30FC-97C9-E89ADDC7F0B2}"/>
              </a:ext>
            </a:extLst>
          </p:cNvPr>
          <p:cNvSpPr/>
          <p:nvPr/>
        </p:nvSpPr>
        <p:spPr>
          <a:xfrm>
            <a:off x="3937237" y="67088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97F3DA5B-7AA3-ABF5-1306-63CE6C528286}"/>
              </a:ext>
            </a:extLst>
          </p:cNvPr>
          <p:cNvSpPr/>
          <p:nvPr/>
        </p:nvSpPr>
        <p:spPr>
          <a:xfrm>
            <a:off x="4117237" y="67097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6C6DB321-4396-74CE-9FEA-89E35E53B58A}"/>
              </a:ext>
            </a:extLst>
          </p:cNvPr>
          <p:cNvSpPr/>
          <p:nvPr/>
        </p:nvSpPr>
        <p:spPr>
          <a:xfrm>
            <a:off x="4297237" y="67088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BB07BE61-CACF-12DD-B752-FF3794FE2345}"/>
              </a:ext>
            </a:extLst>
          </p:cNvPr>
          <p:cNvSpPr/>
          <p:nvPr/>
        </p:nvSpPr>
        <p:spPr>
          <a:xfrm>
            <a:off x="4297237" y="85088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62AC902C-E3EB-9B01-2012-9C0626E45EF9}"/>
              </a:ext>
            </a:extLst>
          </p:cNvPr>
          <p:cNvSpPr/>
          <p:nvPr/>
        </p:nvSpPr>
        <p:spPr>
          <a:xfrm>
            <a:off x="3937237" y="103070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D350EC1D-9D8F-A6E7-B31A-A420F154E4EB}"/>
              </a:ext>
            </a:extLst>
          </p:cNvPr>
          <p:cNvSpPr/>
          <p:nvPr/>
        </p:nvSpPr>
        <p:spPr>
          <a:xfrm>
            <a:off x="4117237" y="10307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230826B5-88C9-74C7-5A2E-3034AE04EB00}"/>
              </a:ext>
            </a:extLst>
          </p:cNvPr>
          <p:cNvSpPr/>
          <p:nvPr/>
        </p:nvSpPr>
        <p:spPr>
          <a:xfrm>
            <a:off x="4297237" y="103070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56EE67AD-EF89-1436-2561-2C9D68B9ECEF}"/>
              </a:ext>
            </a:extLst>
          </p:cNvPr>
          <p:cNvSpPr/>
          <p:nvPr/>
        </p:nvSpPr>
        <p:spPr>
          <a:xfrm>
            <a:off x="4657237" y="31088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295DFB18-EE90-A5F6-B4CB-7C6CD0DBD74C}"/>
              </a:ext>
            </a:extLst>
          </p:cNvPr>
          <p:cNvSpPr/>
          <p:nvPr/>
        </p:nvSpPr>
        <p:spPr>
          <a:xfrm>
            <a:off x="5017237" y="31088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EA98C672-3C95-A237-B930-D592CDEA45D2}"/>
              </a:ext>
            </a:extLst>
          </p:cNvPr>
          <p:cNvSpPr/>
          <p:nvPr/>
        </p:nvSpPr>
        <p:spPr>
          <a:xfrm>
            <a:off x="4657237" y="49088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2A6BA5BD-67E0-6E36-E469-40E3A64379F5}"/>
              </a:ext>
            </a:extLst>
          </p:cNvPr>
          <p:cNvSpPr/>
          <p:nvPr/>
        </p:nvSpPr>
        <p:spPr>
          <a:xfrm>
            <a:off x="5017237" y="49088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877A0EF2-5A91-32D2-357A-B85D2BF015BA}"/>
              </a:ext>
            </a:extLst>
          </p:cNvPr>
          <p:cNvSpPr/>
          <p:nvPr/>
        </p:nvSpPr>
        <p:spPr>
          <a:xfrm>
            <a:off x="4657237" y="6707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803400E6-7364-7625-5CDF-BCCE8D2AC662}"/>
              </a:ext>
            </a:extLst>
          </p:cNvPr>
          <p:cNvSpPr/>
          <p:nvPr/>
        </p:nvSpPr>
        <p:spPr>
          <a:xfrm>
            <a:off x="4837237" y="67088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FDA453C2-D719-0E69-6A0C-A1DC75ADF3C8}"/>
              </a:ext>
            </a:extLst>
          </p:cNvPr>
          <p:cNvSpPr/>
          <p:nvPr/>
        </p:nvSpPr>
        <p:spPr>
          <a:xfrm>
            <a:off x="5017237" y="6707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8DC09A24-76A9-2491-EB13-F7CD59B23971}"/>
              </a:ext>
            </a:extLst>
          </p:cNvPr>
          <p:cNvSpPr/>
          <p:nvPr/>
        </p:nvSpPr>
        <p:spPr>
          <a:xfrm>
            <a:off x="5017237" y="8507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08F69B3D-7B1F-14E8-71E9-B581E8297275}"/>
              </a:ext>
            </a:extLst>
          </p:cNvPr>
          <p:cNvSpPr/>
          <p:nvPr/>
        </p:nvSpPr>
        <p:spPr>
          <a:xfrm>
            <a:off x="5017237" y="103061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1E6E1121-267D-4C6D-B44F-E117BF077CF6}"/>
              </a:ext>
            </a:extLst>
          </p:cNvPr>
          <p:cNvSpPr/>
          <p:nvPr/>
        </p:nvSpPr>
        <p:spPr>
          <a:xfrm>
            <a:off x="5377237" y="3107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ECFEFAAE-B33C-9F15-DBEB-066DED426026}"/>
              </a:ext>
            </a:extLst>
          </p:cNvPr>
          <p:cNvSpPr/>
          <p:nvPr/>
        </p:nvSpPr>
        <p:spPr>
          <a:xfrm>
            <a:off x="5557237" y="31088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BA41F9C5-53CC-5FFC-36A3-D59DDD378CAD}"/>
              </a:ext>
            </a:extLst>
          </p:cNvPr>
          <p:cNvSpPr/>
          <p:nvPr/>
        </p:nvSpPr>
        <p:spPr>
          <a:xfrm>
            <a:off x="5737237" y="3107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3ED63CC5-A190-56E8-106B-289784FD2D50}"/>
              </a:ext>
            </a:extLst>
          </p:cNvPr>
          <p:cNvSpPr/>
          <p:nvPr/>
        </p:nvSpPr>
        <p:spPr>
          <a:xfrm>
            <a:off x="5377237" y="4907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0EBC805A-D4D5-608F-CD1D-F49283873006}"/>
              </a:ext>
            </a:extLst>
          </p:cNvPr>
          <p:cNvSpPr/>
          <p:nvPr/>
        </p:nvSpPr>
        <p:spPr>
          <a:xfrm>
            <a:off x="5377237" y="67070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CCB62EB5-077D-80A9-8AE2-1D36F4A26DFA}"/>
              </a:ext>
            </a:extLst>
          </p:cNvPr>
          <p:cNvSpPr/>
          <p:nvPr/>
        </p:nvSpPr>
        <p:spPr>
          <a:xfrm>
            <a:off x="5557237" y="6707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F05326CE-DA43-9E8E-9D20-E6D6FE469C50}"/>
              </a:ext>
            </a:extLst>
          </p:cNvPr>
          <p:cNvSpPr/>
          <p:nvPr/>
        </p:nvSpPr>
        <p:spPr>
          <a:xfrm>
            <a:off x="5737237" y="67070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D03412F1-C854-FA64-8F3F-2156216689BB}"/>
              </a:ext>
            </a:extLst>
          </p:cNvPr>
          <p:cNvSpPr/>
          <p:nvPr/>
        </p:nvSpPr>
        <p:spPr>
          <a:xfrm>
            <a:off x="5737237" y="85070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C2C90BF5-8D81-8DB1-6BAE-C604C94F9D50}"/>
              </a:ext>
            </a:extLst>
          </p:cNvPr>
          <p:cNvSpPr/>
          <p:nvPr/>
        </p:nvSpPr>
        <p:spPr>
          <a:xfrm>
            <a:off x="5377237" y="103052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06836419-B419-5552-6421-7C7B25F4546B}"/>
              </a:ext>
            </a:extLst>
          </p:cNvPr>
          <p:cNvSpPr/>
          <p:nvPr/>
        </p:nvSpPr>
        <p:spPr>
          <a:xfrm>
            <a:off x="5557237" y="103061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7769DCC3-C088-6864-ABBB-A0716782123F}"/>
              </a:ext>
            </a:extLst>
          </p:cNvPr>
          <p:cNvSpPr/>
          <p:nvPr/>
        </p:nvSpPr>
        <p:spPr>
          <a:xfrm>
            <a:off x="6096000" y="31088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E6AF46FF-F7B8-2230-F608-332E3BB045CF}"/>
              </a:ext>
            </a:extLst>
          </p:cNvPr>
          <p:cNvSpPr/>
          <p:nvPr/>
        </p:nvSpPr>
        <p:spPr>
          <a:xfrm>
            <a:off x="6276000" y="31097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854C7693-92F7-BDDA-4625-F4765AA339E4}"/>
              </a:ext>
            </a:extLst>
          </p:cNvPr>
          <p:cNvSpPr/>
          <p:nvPr/>
        </p:nvSpPr>
        <p:spPr>
          <a:xfrm>
            <a:off x="6456000" y="31088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22399DAA-2FAA-2F7A-8B76-E2A488BF0AD5}"/>
              </a:ext>
            </a:extLst>
          </p:cNvPr>
          <p:cNvSpPr/>
          <p:nvPr/>
        </p:nvSpPr>
        <p:spPr>
          <a:xfrm>
            <a:off x="6096000" y="49088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50A4F816-95F3-ACDF-D8A1-D959A87F30D8}"/>
              </a:ext>
            </a:extLst>
          </p:cNvPr>
          <p:cNvSpPr/>
          <p:nvPr/>
        </p:nvSpPr>
        <p:spPr>
          <a:xfrm>
            <a:off x="6097237" y="6707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1F5A8073-EB52-D756-867F-87A2C3D5ACAC}"/>
              </a:ext>
            </a:extLst>
          </p:cNvPr>
          <p:cNvSpPr/>
          <p:nvPr/>
        </p:nvSpPr>
        <p:spPr>
          <a:xfrm>
            <a:off x="6276000" y="67088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2F00909F-B7F3-C07A-96D0-CC96ADDEE99C}"/>
              </a:ext>
            </a:extLst>
          </p:cNvPr>
          <p:cNvSpPr/>
          <p:nvPr/>
        </p:nvSpPr>
        <p:spPr>
          <a:xfrm>
            <a:off x="6456000" y="6707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3305A60E-21B4-0645-12E8-5DC293F3DEA0}"/>
              </a:ext>
            </a:extLst>
          </p:cNvPr>
          <p:cNvSpPr/>
          <p:nvPr/>
        </p:nvSpPr>
        <p:spPr>
          <a:xfrm>
            <a:off x="6096000" y="8507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C59CD161-50EC-69AC-94D2-8B5F4FD62FC0}"/>
              </a:ext>
            </a:extLst>
          </p:cNvPr>
          <p:cNvSpPr/>
          <p:nvPr/>
        </p:nvSpPr>
        <p:spPr>
          <a:xfrm>
            <a:off x="6456000" y="8507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EC05F69E-D327-E4E7-F47C-C82035E4054D}"/>
              </a:ext>
            </a:extLst>
          </p:cNvPr>
          <p:cNvSpPr/>
          <p:nvPr/>
        </p:nvSpPr>
        <p:spPr>
          <a:xfrm>
            <a:off x="6096000" y="103061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F5BB1E12-93D7-0546-3FD4-83ECF707F284}"/>
              </a:ext>
            </a:extLst>
          </p:cNvPr>
          <p:cNvSpPr/>
          <p:nvPr/>
        </p:nvSpPr>
        <p:spPr>
          <a:xfrm>
            <a:off x="6276000" y="103070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DF79E68F-C6F7-4F1E-4A58-572B72C605F3}"/>
              </a:ext>
            </a:extLst>
          </p:cNvPr>
          <p:cNvSpPr/>
          <p:nvPr/>
        </p:nvSpPr>
        <p:spPr>
          <a:xfrm>
            <a:off x="6456000" y="103061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148064D5-B4CC-B638-6496-390EEE94F2DA}"/>
              </a:ext>
            </a:extLst>
          </p:cNvPr>
          <p:cNvSpPr/>
          <p:nvPr/>
        </p:nvSpPr>
        <p:spPr>
          <a:xfrm>
            <a:off x="6819438" y="3107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0534A7D1-3BCA-C821-D632-7BB1E9853229}"/>
              </a:ext>
            </a:extLst>
          </p:cNvPr>
          <p:cNvSpPr/>
          <p:nvPr/>
        </p:nvSpPr>
        <p:spPr>
          <a:xfrm>
            <a:off x="6999438" y="31088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94E49C3F-114F-BDC9-0876-14062FF7733A}"/>
              </a:ext>
            </a:extLst>
          </p:cNvPr>
          <p:cNvSpPr/>
          <p:nvPr/>
        </p:nvSpPr>
        <p:spPr>
          <a:xfrm>
            <a:off x="7179438" y="3107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9" name="矩形 188">
            <a:extLst>
              <a:ext uri="{FF2B5EF4-FFF2-40B4-BE49-F238E27FC236}">
                <a16:creationId xmlns:a16="http://schemas.microsoft.com/office/drawing/2014/main" id="{A4909F92-B67E-EBE3-2CC6-32A41456F629}"/>
              </a:ext>
            </a:extLst>
          </p:cNvPr>
          <p:cNvSpPr/>
          <p:nvPr/>
        </p:nvSpPr>
        <p:spPr>
          <a:xfrm>
            <a:off x="7179438" y="4907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2" name="矩形 191">
            <a:extLst>
              <a:ext uri="{FF2B5EF4-FFF2-40B4-BE49-F238E27FC236}">
                <a16:creationId xmlns:a16="http://schemas.microsoft.com/office/drawing/2014/main" id="{00E4FE53-7513-958F-BEE0-5BEFADBCAC98}"/>
              </a:ext>
            </a:extLst>
          </p:cNvPr>
          <p:cNvSpPr/>
          <p:nvPr/>
        </p:nvSpPr>
        <p:spPr>
          <a:xfrm>
            <a:off x="7179438" y="67070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36BBCD81-17FE-D075-8C2D-672F48933698}"/>
              </a:ext>
            </a:extLst>
          </p:cNvPr>
          <p:cNvSpPr/>
          <p:nvPr/>
        </p:nvSpPr>
        <p:spPr>
          <a:xfrm>
            <a:off x="7179438" y="85070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8" name="矩形 197">
            <a:extLst>
              <a:ext uri="{FF2B5EF4-FFF2-40B4-BE49-F238E27FC236}">
                <a16:creationId xmlns:a16="http://schemas.microsoft.com/office/drawing/2014/main" id="{DC4E092F-B8FF-BF8B-C52D-323631932912}"/>
              </a:ext>
            </a:extLst>
          </p:cNvPr>
          <p:cNvSpPr/>
          <p:nvPr/>
        </p:nvSpPr>
        <p:spPr>
          <a:xfrm>
            <a:off x="7179438" y="103052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41099BDA-9320-1BC2-228C-C230A2A3BD64}"/>
              </a:ext>
            </a:extLst>
          </p:cNvPr>
          <p:cNvSpPr/>
          <p:nvPr/>
        </p:nvSpPr>
        <p:spPr>
          <a:xfrm>
            <a:off x="7539438" y="3107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0" name="矩形 199">
            <a:extLst>
              <a:ext uri="{FF2B5EF4-FFF2-40B4-BE49-F238E27FC236}">
                <a16:creationId xmlns:a16="http://schemas.microsoft.com/office/drawing/2014/main" id="{9617817C-AF36-ECAF-0DF9-6EB142E38ED6}"/>
              </a:ext>
            </a:extLst>
          </p:cNvPr>
          <p:cNvSpPr/>
          <p:nvPr/>
        </p:nvSpPr>
        <p:spPr>
          <a:xfrm>
            <a:off x="7719438" y="31088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6E0B331E-6E16-DB5C-ED9B-ECCB7B75EC32}"/>
              </a:ext>
            </a:extLst>
          </p:cNvPr>
          <p:cNvSpPr/>
          <p:nvPr/>
        </p:nvSpPr>
        <p:spPr>
          <a:xfrm>
            <a:off x="7899438" y="3107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A3291197-E519-0427-CDD8-587303C05ABA}"/>
              </a:ext>
            </a:extLst>
          </p:cNvPr>
          <p:cNvSpPr/>
          <p:nvPr/>
        </p:nvSpPr>
        <p:spPr>
          <a:xfrm>
            <a:off x="7539438" y="4907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A6E960C5-0D68-FA96-BF9A-938E3F989CC0}"/>
              </a:ext>
            </a:extLst>
          </p:cNvPr>
          <p:cNvSpPr/>
          <p:nvPr/>
        </p:nvSpPr>
        <p:spPr>
          <a:xfrm>
            <a:off x="7899438" y="4907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5" name="矩形 204">
            <a:extLst>
              <a:ext uri="{FF2B5EF4-FFF2-40B4-BE49-F238E27FC236}">
                <a16:creationId xmlns:a16="http://schemas.microsoft.com/office/drawing/2014/main" id="{89DE31A9-B00F-A5D6-0DAB-C5100634A253}"/>
              </a:ext>
            </a:extLst>
          </p:cNvPr>
          <p:cNvSpPr/>
          <p:nvPr/>
        </p:nvSpPr>
        <p:spPr>
          <a:xfrm>
            <a:off x="7539438" y="67070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6" name="矩形 205">
            <a:extLst>
              <a:ext uri="{FF2B5EF4-FFF2-40B4-BE49-F238E27FC236}">
                <a16:creationId xmlns:a16="http://schemas.microsoft.com/office/drawing/2014/main" id="{62BAB13C-31B3-0749-895A-8915BA26BF42}"/>
              </a:ext>
            </a:extLst>
          </p:cNvPr>
          <p:cNvSpPr/>
          <p:nvPr/>
        </p:nvSpPr>
        <p:spPr>
          <a:xfrm>
            <a:off x="7719438" y="6707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7" name="矩形 206">
            <a:extLst>
              <a:ext uri="{FF2B5EF4-FFF2-40B4-BE49-F238E27FC236}">
                <a16:creationId xmlns:a16="http://schemas.microsoft.com/office/drawing/2014/main" id="{F253D447-FD5F-E55A-4D1D-6D17D6E2AF05}"/>
              </a:ext>
            </a:extLst>
          </p:cNvPr>
          <p:cNvSpPr/>
          <p:nvPr/>
        </p:nvSpPr>
        <p:spPr>
          <a:xfrm>
            <a:off x="7899438" y="67070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8" name="矩形 207">
            <a:extLst>
              <a:ext uri="{FF2B5EF4-FFF2-40B4-BE49-F238E27FC236}">
                <a16:creationId xmlns:a16="http://schemas.microsoft.com/office/drawing/2014/main" id="{E15FA892-5A46-2133-E8B3-7A54022229F8}"/>
              </a:ext>
            </a:extLst>
          </p:cNvPr>
          <p:cNvSpPr/>
          <p:nvPr/>
        </p:nvSpPr>
        <p:spPr>
          <a:xfrm>
            <a:off x="7539438" y="85070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0" name="矩形 209">
            <a:extLst>
              <a:ext uri="{FF2B5EF4-FFF2-40B4-BE49-F238E27FC236}">
                <a16:creationId xmlns:a16="http://schemas.microsoft.com/office/drawing/2014/main" id="{71EDE6CD-BA9A-D7E0-4618-989D922D1776}"/>
              </a:ext>
            </a:extLst>
          </p:cNvPr>
          <p:cNvSpPr/>
          <p:nvPr/>
        </p:nvSpPr>
        <p:spPr>
          <a:xfrm>
            <a:off x="7899438" y="85070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1" name="矩形 210">
            <a:extLst>
              <a:ext uri="{FF2B5EF4-FFF2-40B4-BE49-F238E27FC236}">
                <a16:creationId xmlns:a16="http://schemas.microsoft.com/office/drawing/2014/main" id="{9E837DDE-4B9E-4CB1-1642-61EEFF7AB053}"/>
              </a:ext>
            </a:extLst>
          </p:cNvPr>
          <p:cNvSpPr/>
          <p:nvPr/>
        </p:nvSpPr>
        <p:spPr>
          <a:xfrm>
            <a:off x="7539438" y="103052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2" name="矩形 211">
            <a:extLst>
              <a:ext uri="{FF2B5EF4-FFF2-40B4-BE49-F238E27FC236}">
                <a16:creationId xmlns:a16="http://schemas.microsoft.com/office/drawing/2014/main" id="{F1AE5654-2695-348F-1ECE-6D9672FD51FC}"/>
              </a:ext>
            </a:extLst>
          </p:cNvPr>
          <p:cNvSpPr/>
          <p:nvPr/>
        </p:nvSpPr>
        <p:spPr>
          <a:xfrm>
            <a:off x="7719438" y="103061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3" name="矩形 212">
            <a:extLst>
              <a:ext uri="{FF2B5EF4-FFF2-40B4-BE49-F238E27FC236}">
                <a16:creationId xmlns:a16="http://schemas.microsoft.com/office/drawing/2014/main" id="{B546DEF0-24EE-719B-7604-126F0F1489A6}"/>
              </a:ext>
            </a:extLst>
          </p:cNvPr>
          <p:cNvSpPr/>
          <p:nvPr/>
        </p:nvSpPr>
        <p:spPr>
          <a:xfrm>
            <a:off x="7899438" y="103052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4" name="矩形 213">
            <a:extLst>
              <a:ext uri="{FF2B5EF4-FFF2-40B4-BE49-F238E27FC236}">
                <a16:creationId xmlns:a16="http://schemas.microsoft.com/office/drawing/2014/main" id="{DA4443AA-BBA1-3519-78FA-9B5A798C2E42}"/>
              </a:ext>
            </a:extLst>
          </p:cNvPr>
          <p:cNvSpPr/>
          <p:nvPr/>
        </p:nvSpPr>
        <p:spPr>
          <a:xfrm>
            <a:off x="8259438" y="31088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5" name="矩形 214">
            <a:extLst>
              <a:ext uri="{FF2B5EF4-FFF2-40B4-BE49-F238E27FC236}">
                <a16:creationId xmlns:a16="http://schemas.microsoft.com/office/drawing/2014/main" id="{97B42107-AE26-6FED-09BF-0A650D54800B}"/>
              </a:ext>
            </a:extLst>
          </p:cNvPr>
          <p:cNvSpPr/>
          <p:nvPr/>
        </p:nvSpPr>
        <p:spPr>
          <a:xfrm>
            <a:off x="8439438" y="31097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6" name="矩形 215">
            <a:extLst>
              <a:ext uri="{FF2B5EF4-FFF2-40B4-BE49-F238E27FC236}">
                <a16:creationId xmlns:a16="http://schemas.microsoft.com/office/drawing/2014/main" id="{DC255BB4-55F0-6B79-1B36-D2519C3EA58A}"/>
              </a:ext>
            </a:extLst>
          </p:cNvPr>
          <p:cNvSpPr/>
          <p:nvPr/>
        </p:nvSpPr>
        <p:spPr>
          <a:xfrm>
            <a:off x="8619438" y="31088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7" name="矩形 216">
            <a:extLst>
              <a:ext uri="{FF2B5EF4-FFF2-40B4-BE49-F238E27FC236}">
                <a16:creationId xmlns:a16="http://schemas.microsoft.com/office/drawing/2014/main" id="{FF0757FA-05FB-DD66-5561-C6627892B2A5}"/>
              </a:ext>
            </a:extLst>
          </p:cNvPr>
          <p:cNvSpPr/>
          <p:nvPr/>
        </p:nvSpPr>
        <p:spPr>
          <a:xfrm>
            <a:off x="8259438" y="49088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9" name="矩形 218">
            <a:extLst>
              <a:ext uri="{FF2B5EF4-FFF2-40B4-BE49-F238E27FC236}">
                <a16:creationId xmlns:a16="http://schemas.microsoft.com/office/drawing/2014/main" id="{C03682E4-6F4F-A597-34D9-6D0779ADC49D}"/>
              </a:ext>
            </a:extLst>
          </p:cNvPr>
          <p:cNvSpPr/>
          <p:nvPr/>
        </p:nvSpPr>
        <p:spPr>
          <a:xfrm>
            <a:off x="8619438" y="49088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0" name="矩形 219">
            <a:extLst>
              <a:ext uri="{FF2B5EF4-FFF2-40B4-BE49-F238E27FC236}">
                <a16:creationId xmlns:a16="http://schemas.microsoft.com/office/drawing/2014/main" id="{B9CCAD24-C4E0-F354-879A-C011FED986E1}"/>
              </a:ext>
            </a:extLst>
          </p:cNvPr>
          <p:cNvSpPr/>
          <p:nvPr/>
        </p:nvSpPr>
        <p:spPr>
          <a:xfrm>
            <a:off x="8259438" y="6707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1" name="矩形 220">
            <a:extLst>
              <a:ext uri="{FF2B5EF4-FFF2-40B4-BE49-F238E27FC236}">
                <a16:creationId xmlns:a16="http://schemas.microsoft.com/office/drawing/2014/main" id="{D294BFB9-2D2E-926B-D9B6-4AF621450830}"/>
              </a:ext>
            </a:extLst>
          </p:cNvPr>
          <p:cNvSpPr/>
          <p:nvPr/>
        </p:nvSpPr>
        <p:spPr>
          <a:xfrm>
            <a:off x="8439438" y="67088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2" name="矩形 221">
            <a:extLst>
              <a:ext uri="{FF2B5EF4-FFF2-40B4-BE49-F238E27FC236}">
                <a16:creationId xmlns:a16="http://schemas.microsoft.com/office/drawing/2014/main" id="{CDCCF616-CF25-E74A-BE3A-B4868516769A}"/>
              </a:ext>
            </a:extLst>
          </p:cNvPr>
          <p:cNvSpPr/>
          <p:nvPr/>
        </p:nvSpPr>
        <p:spPr>
          <a:xfrm>
            <a:off x="8619438" y="6707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5" name="矩形 224">
            <a:extLst>
              <a:ext uri="{FF2B5EF4-FFF2-40B4-BE49-F238E27FC236}">
                <a16:creationId xmlns:a16="http://schemas.microsoft.com/office/drawing/2014/main" id="{86716387-F63F-579F-5C45-92217FF87717}"/>
              </a:ext>
            </a:extLst>
          </p:cNvPr>
          <p:cNvSpPr/>
          <p:nvPr/>
        </p:nvSpPr>
        <p:spPr>
          <a:xfrm>
            <a:off x="8619438" y="8507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8" name="矩形 227">
            <a:extLst>
              <a:ext uri="{FF2B5EF4-FFF2-40B4-BE49-F238E27FC236}">
                <a16:creationId xmlns:a16="http://schemas.microsoft.com/office/drawing/2014/main" id="{72F87913-1FA6-D2B5-3D1A-40622C3F3779}"/>
              </a:ext>
            </a:extLst>
          </p:cNvPr>
          <p:cNvSpPr/>
          <p:nvPr/>
        </p:nvSpPr>
        <p:spPr>
          <a:xfrm>
            <a:off x="8619438" y="103061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7DF0B54-92FE-9AF0-B502-D06C8A33A614}"/>
              </a:ext>
            </a:extLst>
          </p:cNvPr>
          <p:cNvSpPr/>
          <p:nvPr/>
        </p:nvSpPr>
        <p:spPr>
          <a:xfrm>
            <a:off x="8272130" y="103034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BEA2B96-73AB-D87F-55D7-672E0C5E4548}"/>
              </a:ext>
            </a:extLst>
          </p:cNvPr>
          <p:cNvSpPr/>
          <p:nvPr/>
        </p:nvSpPr>
        <p:spPr>
          <a:xfrm>
            <a:off x="8452130" y="103043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149E35CD-D79A-F72B-EA35-18064C3C6A9F}"/>
              </a:ext>
            </a:extLst>
          </p:cNvPr>
          <p:cNvSpPr/>
          <p:nvPr/>
        </p:nvSpPr>
        <p:spPr>
          <a:xfrm>
            <a:off x="877237" y="1750480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A14E1A06-B079-75FD-0741-0B6C7720D81A}"/>
              </a:ext>
            </a:extLst>
          </p:cNvPr>
          <p:cNvSpPr/>
          <p:nvPr/>
        </p:nvSpPr>
        <p:spPr>
          <a:xfrm>
            <a:off x="1057237" y="193048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06EEF4C8-E4E7-6A7F-537C-F525D79BD5E3}"/>
              </a:ext>
            </a:extLst>
          </p:cNvPr>
          <p:cNvSpPr/>
          <p:nvPr/>
        </p:nvSpPr>
        <p:spPr>
          <a:xfrm>
            <a:off x="1237237" y="193057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349ED213-9E9F-56DE-C48C-E59F92E23191}"/>
              </a:ext>
            </a:extLst>
          </p:cNvPr>
          <p:cNvSpPr/>
          <p:nvPr/>
        </p:nvSpPr>
        <p:spPr>
          <a:xfrm>
            <a:off x="1417237" y="193048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47D88971-B33B-93DC-860D-728179F4E904}"/>
              </a:ext>
            </a:extLst>
          </p:cNvPr>
          <p:cNvSpPr/>
          <p:nvPr/>
        </p:nvSpPr>
        <p:spPr>
          <a:xfrm>
            <a:off x="1057237" y="211048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BF4A52C6-4A48-FD8C-BC2D-A278ABEF2668}"/>
              </a:ext>
            </a:extLst>
          </p:cNvPr>
          <p:cNvSpPr/>
          <p:nvPr/>
        </p:nvSpPr>
        <p:spPr>
          <a:xfrm>
            <a:off x="1417237" y="211048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3338BDC7-6A52-6A92-43A5-4092A48B9A29}"/>
              </a:ext>
            </a:extLst>
          </p:cNvPr>
          <p:cNvSpPr/>
          <p:nvPr/>
        </p:nvSpPr>
        <p:spPr>
          <a:xfrm>
            <a:off x="1057237" y="229039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8F4FB95E-6B4C-8ECD-182D-4A61FD66B422}"/>
              </a:ext>
            </a:extLst>
          </p:cNvPr>
          <p:cNvSpPr/>
          <p:nvPr/>
        </p:nvSpPr>
        <p:spPr>
          <a:xfrm>
            <a:off x="1417237" y="229039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BEE83753-0BC6-92E2-8628-070E6B7B7577}"/>
              </a:ext>
            </a:extLst>
          </p:cNvPr>
          <p:cNvSpPr/>
          <p:nvPr/>
        </p:nvSpPr>
        <p:spPr>
          <a:xfrm>
            <a:off x="1057237" y="247039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AD5A51C4-252C-239A-D749-C7412245DB76}"/>
              </a:ext>
            </a:extLst>
          </p:cNvPr>
          <p:cNvSpPr/>
          <p:nvPr/>
        </p:nvSpPr>
        <p:spPr>
          <a:xfrm>
            <a:off x="1417237" y="247039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D167CA08-F5B3-8C97-25AD-2844086C786E}"/>
              </a:ext>
            </a:extLst>
          </p:cNvPr>
          <p:cNvSpPr/>
          <p:nvPr/>
        </p:nvSpPr>
        <p:spPr>
          <a:xfrm>
            <a:off x="1237237" y="265030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9" name="矩形 228">
            <a:extLst>
              <a:ext uri="{FF2B5EF4-FFF2-40B4-BE49-F238E27FC236}">
                <a16:creationId xmlns:a16="http://schemas.microsoft.com/office/drawing/2014/main" id="{093B8B12-59B2-2729-84BE-578E57AE7A3A}"/>
              </a:ext>
            </a:extLst>
          </p:cNvPr>
          <p:cNvSpPr/>
          <p:nvPr/>
        </p:nvSpPr>
        <p:spPr>
          <a:xfrm>
            <a:off x="1597237" y="1750435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1" name="矩形 230">
            <a:extLst>
              <a:ext uri="{FF2B5EF4-FFF2-40B4-BE49-F238E27FC236}">
                <a16:creationId xmlns:a16="http://schemas.microsoft.com/office/drawing/2014/main" id="{A212E5F3-E869-D0F6-5AB4-B0B4473456A9}"/>
              </a:ext>
            </a:extLst>
          </p:cNvPr>
          <p:cNvSpPr/>
          <p:nvPr/>
        </p:nvSpPr>
        <p:spPr>
          <a:xfrm>
            <a:off x="1957237" y="193052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2" name="矩形 231">
            <a:extLst>
              <a:ext uri="{FF2B5EF4-FFF2-40B4-BE49-F238E27FC236}">
                <a16:creationId xmlns:a16="http://schemas.microsoft.com/office/drawing/2014/main" id="{200C4192-9697-8D4C-2F08-C2DBA2F4C6C1}"/>
              </a:ext>
            </a:extLst>
          </p:cNvPr>
          <p:cNvSpPr/>
          <p:nvPr/>
        </p:nvSpPr>
        <p:spPr>
          <a:xfrm>
            <a:off x="2137237" y="193043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3" name="矩形 232">
            <a:extLst>
              <a:ext uri="{FF2B5EF4-FFF2-40B4-BE49-F238E27FC236}">
                <a16:creationId xmlns:a16="http://schemas.microsoft.com/office/drawing/2014/main" id="{9523F317-ED36-9F03-176B-93A2ACD84C74}"/>
              </a:ext>
            </a:extLst>
          </p:cNvPr>
          <p:cNvSpPr/>
          <p:nvPr/>
        </p:nvSpPr>
        <p:spPr>
          <a:xfrm>
            <a:off x="1777237" y="211043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4" name="矩形 233">
            <a:extLst>
              <a:ext uri="{FF2B5EF4-FFF2-40B4-BE49-F238E27FC236}">
                <a16:creationId xmlns:a16="http://schemas.microsoft.com/office/drawing/2014/main" id="{E08572B2-0AD4-4E3B-53B0-58E56ADE9555}"/>
              </a:ext>
            </a:extLst>
          </p:cNvPr>
          <p:cNvSpPr/>
          <p:nvPr/>
        </p:nvSpPr>
        <p:spPr>
          <a:xfrm>
            <a:off x="2137237" y="211043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5" name="矩形 234">
            <a:extLst>
              <a:ext uri="{FF2B5EF4-FFF2-40B4-BE49-F238E27FC236}">
                <a16:creationId xmlns:a16="http://schemas.microsoft.com/office/drawing/2014/main" id="{E9DE27DD-7948-3AE5-C12C-C053B6A16A33}"/>
              </a:ext>
            </a:extLst>
          </p:cNvPr>
          <p:cNvSpPr/>
          <p:nvPr/>
        </p:nvSpPr>
        <p:spPr>
          <a:xfrm>
            <a:off x="1777237" y="229034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7" name="矩形 236">
            <a:extLst>
              <a:ext uri="{FF2B5EF4-FFF2-40B4-BE49-F238E27FC236}">
                <a16:creationId xmlns:a16="http://schemas.microsoft.com/office/drawing/2014/main" id="{C487866D-552A-D127-DFB6-A29A78BF0681}"/>
              </a:ext>
            </a:extLst>
          </p:cNvPr>
          <p:cNvSpPr/>
          <p:nvPr/>
        </p:nvSpPr>
        <p:spPr>
          <a:xfrm>
            <a:off x="2137237" y="229034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8" name="矩形 237">
            <a:extLst>
              <a:ext uri="{FF2B5EF4-FFF2-40B4-BE49-F238E27FC236}">
                <a16:creationId xmlns:a16="http://schemas.microsoft.com/office/drawing/2014/main" id="{CF01407A-71CA-167E-C24A-A50F6DD5E857}"/>
              </a:ext>
            </a:extLst>
          </p:cNvPr>
          <p:cNvSpPr/>
          <p:nvPr/>
        </p:nvSpPr>
        <p:spPr>
          <a:xfrm>
            <a:off x="1777237" y="247034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矩形 238">
            <a:extLst>
              <a:ext uri="{FF2B5EF4-FFF2-40B4-BE49-F238E27FC236}">
                <a16:creationId xmlns:a16="http://schemas.microsoft.com/office/drawing/2014/main" id="{CB80E61F-C2AC-1880-00F8-46BEDCFE5730}"/>
              </a:ext>
            </a:extLst>
          </p:cNvPr>
          <p:cNvSpPr/>
          <p:nvPr/>
        </p:nvSpPr>
        <p:spPr>
          <a:xfrm>
            <a:off x="2137237" y="247034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1" name="矩形 240">
            <a:extLst>
              <a:ext uri="{FF2B5EF4-FFF2-40B4-BE49-F238E27FC236}">
                <a16:creationId xmlns:a16="http://schemas.microsoft.com/office/drawing/2014/main" id="{0A5A996F-20B3-0C0D-BC69-E3AFF093F32C}"/>
              </a:ext>
            </a:extLst>
          </p:cNvPr>
          <p:cNvSpPr/>
          <p:nvPr/>
        </p:nvSpPr>
        <p:spPr>
          <a:xfrm>
            <a:off x="1957237" y="265025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2" name="矩形 241">
            <a:extLst>
              <a:ext uri="{FF2B5EF4-FFF2-40B4-BE49-F238E27FC236}">
                <a16:creationId xmlns:a16="http://schemas.microsoft.com/office/drawing/2014/main" id="{42DBADFA-25BB-0296-B82D-83918C80CA7A}"/>
              </a:ext>
            </a:extLst>
          </p:cNvPr>
          <p:cNvSpPr/>
          <p:nvPr/>
        </p:nvSpPr>
        <p:spPr>
          <a:xfrm>
            <a:off x="2137237" y="265016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矩形 244">
            <a:extLst>
              <a:ext uri="{FF2B5EF4-FFF2-40B4-BE49-F238E27FC236}">
                <a16:creationId xmlns:a16="http://schemas.microsoft.com/office/drawing/2014/main" id="{54C3ABB3-4CB0-9097-FBA4-F2D1C0A239D5}"/>
              </a:ext>
            </a:extLst>
          </p:cNvPr>
          <p:cNvSpPr/>
          <p:nvPr/>
        </p:nvSpPr>
        <p:spPr>
          <a:xfrm>
            <a:off x="2317237" y="1750435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矩形 245">
            <a:extLst>
              <a:ext uri="{FF2B5EF4-FFF2-40B4-BE49-F238E27FC236}">
                <a16:creationId xmlns:a16="http://schemas.microsoft.com/office/drawing/2014/main" id="{8F871170-7BE8-04F6-8FA4-B5AF2171992C}"/>
              </a:ext>
            </a:extLst>
          </p:cNvPr>
          <p:cNvSpPr/>
          <p:nvPr/>
        </p:nvSpPr>
        <p:spPr>
          <a:xfrm>
            <a:off x="2497237" y="193043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7" name="矩形 246">
            <a:extLst>
              <a:ext uri="{FF2B5EF4-FFF2-40B4-BE49-F238E27FC236}">
                <a16:creationId xmlns:a16="http://schemas.microsoft.com/office/drawing/2014/main" id="{55E2D7DD-D375-1F94-99E1-F419E2892C32}"/>
              </a:ext>
            </a:extLst>
          </p:cNvPr>
          <p:cNvSpPr/>
          <p:nvPr/>
        </p:nvSpPr>
        <p:spPr>
          <a:xfrm>
            <a:off x="2677237" y="193052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9" name="矩形 248">
            <a:extLst>
              <a:ext uri="{FF2B5EF4-FFF2-40B4-BE49-F238E27FC236}">
                <a16:creationId xmlns:a16="http://schemas.microsoft.com/office/drawing/2014/main" id="{E488C9E1-DD66-6CA3-6C92-AFE2763E8FEB}"/>
              </a:ext>
            </a:extLst>
          </p:cNvPr>
          <p:cNvSpPr/>
          <p:nvPr/>
        </p:nvSpPr>
        <p:spPr>
          <a:xfrm>
            <a:off x="2497237" y="211043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0" name="矩形 249">
            <a:extLst>
              <a:ext uri="{FF2B5EF4-FFF2-40B4-BE49-F238E27FC236}">
                <a16:creationId xmlns:a16="http://schemas.microsoft.com/office/drawing/2014/main" id="{17233D96-7002-0B6F-7FBD-9DD8B674FE1F}"/>
              </a:ext>
            </a:extLst>
          </p:cNvPr>
          <p:cNvSpPr/>
          <p:nvPr/>
        </p:nvSpPr>
        <p:spPr>
          <a:xfrm>
            <a:off x="2857237" y="211043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1" name="矩形 250">
            <a:extLst>
              <a:ext uri="{FF2B5EF4-FFF2-40B4-BE49-F238E27FC236}">
                <a16:creationId xmlns:a16="http://schemas.microsoft.com/office/drawing/2014/main" id="{B8BCB51C-4D34-1DB9-D54B-A1C8BA9D2DD3}"/>
              </a:ext>
            </a:extLst>
          </p:cNvPr>
          <p:cNvSpPr/>
          <p:nvPr/>
        </p:nvSpPr>
        <p:spPr>
          <a:xfrm>
            <a:off x="2497237" y="229034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3" name="矩形 252">
            <a:extLst>
              <a:ext uri="{FF2B5EF4-FFF2-40B4-BE49-F238E27FC236}">
                <a16:creationId xmlns:a16="http://schemas.microsoft.com/office/drawing/2014/main" id="{BB41119D-B915-517C-4DB7-AADFBC29BCE2}"/>
              </a:ext>
            </a:extLst>
          </p:cNvPr>
          <p:cNvSpPr/>
          <p:nvPr/>
        </p:nvSpPr>
        <p:spPr>
          <a:xfrm>
            <a:off x="2857237" y="229034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4" name="矩形 253">
            <a:extLst>
              <a:ext uri="{FF2B5EF4-FFF2-40B4-BE49-F238E27FC236}">
                <a16:creationId xmlns:a16="http://schemas.microsoft.com/office/drawing/2014/main" id="{B08EA10F-30BE-CA78-576C-FF2E1A071C98}"/>
              </a:ext>
            </a:extLst>
          </p:cNvPr>
          <p:cNvSpPr/>
          <p:nvPr/>
        </p:nvSpPr>
        <p:spPr>
          <a:xfrm>
            <a:off x="2497237" y="247034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5" name="矩形 254">
            <a:extLst>
              <a:ext uri="{FF2B5EF4-FFF2-40B4-BE49-F238E27FC236}">
                <a16:creationId xmlns:a16="http://schemas.microsoft.com/office/drawing/2014/main" id="{380024B2-01EA-DAB9-2D4A-0AADCBE67697}"/>
              </a:ext>
            </a:extLst>
          </p:cNvPr>
          <p:cNvSpPr/>
          <p:nvPr/>
        </p:nvSpPr>
        <p:spPr>
          <a:xfrm>
            <a:off x="2857237" y="247034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6" name="矩形 255">
            <a:extLst>
              <a:ext uri="{FF2B5EF4-FFF2-40B4-BE49-F238E27FC236}">
                <a16:creationId xmlns:a16="http://schemas.microsoft.com/office/drawing/2014/main" id="{281BEC5B-0D57-D2C1-1E16-291F4B6D1BFA}"/>
              </a:ext>
            </a:extLst>
          </p:cNvPr>
          <p:cNvSpPr/>
          <p:nvPr/>
        </p:nvSpPr>
        <p:spPr>
          <a:xfrm>
            <a:off x="2497237" y="265016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7" name="矩形 256">
            <a:extLst>
              <a:ext uri="{FF2B5EF4-FFF2-40B4-BE49-F238E27FC236}">
                <a16:creationId xmlns:a16="http://schemas.microsoft.com/office/drawing/2014/main" id="{861C1F98-1EA0-9356-684C-51C12D3358A5}"/>
              </a:ext>
            </a:extLst>
          </p:cNvPr>
          <p:cNvSpPr/>
          <p:nvPr/>
        </p:nvSpPr>
        <p:spPr>
          <a:xfrm>
            <a:off x="2677237" y="265025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4" name="矩形 263">
            <a:extLst>
              <a:ext uri="{FF2B5EF4-FFF2-40B4-BE49-F238E27FC236}">
                <a16:creationId xmlns:a16="http://schemas.microsoft.com/office/drawing/2014/main" id="{55429109-33AC-C723-7187-980B64128FBE}"/>
              </a:ext>
            </a:extLst>
          </p:cNvPr>
          <p:cNvSpPr/>
          <p:nvPr/>
        </p:nvSpPr>
        <p:spPr>
          <a:xfrm>
            <a:off x="151394" y="1750480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矩形 265">
            <a:extLst>
              <a:ext uri="{FF2B5EF4-FFF2-40B4-BE49-F238E27FC236}">
                <a16:creationId xmlns:a16="http://schemas.microsoft.com/office/drawing/2014/main" id="{E9CBC77F-A029-B194-B62E-F9039DF48FA8}"/>
              </a:ext>
            </a:extLst>
          </p:cNvPr>
          <p:cNvSpPr/>
          <p:nvPr/>
        </p:nvSpPr>
        <p:spPr>
          <a:xfrm>
            <a:off x="511394" y="193057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8" name="矩形 267">
            <a:extLst>
              <a:ext uri="{FF2B5EF4-FFF2-40B4-BE49-F238E27FC236}">
                <a16:creationId xmlns:a16="http://schemas.microsoft.com/office/drawing/2014/main" id="{89FE3034-AD54-3205-438F-033F09BFCEB0}"/>
              </a:ext>
            </a:extLst>
          </p:cNvPr>
          <p:cNvSpPr/>
          <p:nvPr/>
        </p:nvSpPr>
        <p:spPr>
          <a:xfrm>
            <a:off x="331394" y="211048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9" name="矩形 268">
            <a:extLst>
              <a:ext uri="{FF2B5EF4-FFF2-40B4-BE49-F238E27FC236}">
                <a16:creationId xmlns:a16="http://schemas.microsoft.com/office/drawing/2014/main" id="{D12C4CF9-CE02-AABD-E992-62B0CC0C5DBD}"/>
              </a:ext>
            </a:extLst>
          </p:cNvPr>
          <p:cNvSpPr/>
          <p:nvPr/>
        </p:nvSpPr>
        <p:spPr>
          <a:xfrm>
            <a:off x="691394" y="211048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0" name="矩形 269">
            <a:extLst>
              <a:ext uri="{FF2B5EF4-FFF2-40B4-BE49-F238E27FC236}">
                <a16:creationId xmlns:a16="http://schemas.microsoft.com/office/drawing/2014/main" id="{CEFF3C03-968D-1F30-52C4-D96911626346}"/>
              </a:ext>
            </a:extLst>
          </p:cNvPr>
          <p:cNvSpPr/>
          <p:nvPr/>
        </p:nvSpPr>
        <p:spPr>
          <a:xfrm>
            <a:off x="331394" y="229039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2" name="矩形 271">
            <a:extLst>
              <a:ext uri="{FF2B5EF4-FFF2-40B4-BE49-F238E27FC236}">
                <a16:creationId xmlns:a16="http://schemas.microsoft.com/office/drawing/2014/main" id="{97E3E7B7-34E4-5DC0-0129-727E0C33F3BC}"/>
              </a:ext>
            </a:extLst>
          </p:cNvPr>
          <p:cNvSpPr/>
          <p:nvPr/>
        </p:nvSpPr>
        <p:spPr>
          <a:xfrm>
            <a:off x="691394" y="229039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3" name="矩形 272">
            <a:extLst>
              <a:ext uri="{FF2B5EF4-FFF2-40B4-BE49-F238E27FC236}">
                <a16:creationId xmlns:a16="http://schemas.microsoft.com/office/drawing/2014/main" id="{45AC8142-AAAB-1094-D50D-A5AEC7D1F7A8}"/>
              </a:ext>
            </a:extLst>
          </p:cNvPr>
          <p:cNvSpPr/>
          <p:nvPr/>
        </p:nvSpPr>
        <p:spPr>
          <a:xfrm>
            <a:off x="331394" y="247039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4" name="矩形 273">
            <a:extLst>
              <a:ext uri="{FF2B5EF4-FFF2-40B4-BE49-F238E27FC236}">
                <a16:creationId xmlns:a16="http://schemas.microsoft.com/office/drawing/2014/main" id="{FE07DE4B-A23C-BB3B-CD9E-5194687C4494}"/>
              </a:ext>
            </a:extLst>
          </p:cNvPr>
          <p:cNvSpPr/>
          <p:nvPr/>
        </p:nvSpPr>
        <p:spPr>
          <a:xfrm>
            <a:off x="691394" y="247039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5" name="矩形 274">
            <a:extLst>
              <a:ext uri="{FF2B5EF4-FFF2-40B4-BE49-F238E27FC236}">
                <a16:creationId xmlns:a16="http://schemas.microsoft.com/office/drawing/2014/main" id="{D9C24BA6-2A4F-E22D-953A-709D4305A4A5}"/>
              </a:ext>
            </a:extLst>
          </p:cNvPr>
          <p:cNvSpPr/>
          <p:nvPr/>
        </p:nvSpPr>
        <p:spPr>
          <a:xfrm>
            <a:off x="331394" y="265021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6" name="矩形 275">
            <a:extLst>
              <a:ext uri="{FF2B5EF4-FFF2-40B4-BE49-F238E27FC236}">
                <a16:creationId xmlns:a16="http://schemas.microsoft.com/office/drawing/2014/main" id="{38B74D07-CA0C-5E30-77BA-B1EEC60C2AD1}"/>
              </a:ext>
            </a:extLst>
          </p:cNvPr>
          <p:cNvSpPr/>
          <p:nvPr/>
        </p:nvSpPr>
        <p:spPr>
          <a:xfrm>
            <a:off x="511394" y="265030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7" name="矩形 276">
            <a:extLst>
              <a:ext uri="{FF2B5EF4-FFF2-40B4-BE49-F238E27FC236}">
                <a16:creationId xmlns:a16="http://schemas.microsoft.com/office/drawing/2014/main" id="{3F2897DB-AF77-1839-AFB4-EF4A4C17DFED}"/>
              </a:ext>
            </a:extLst>
          </p:cNvPr>
          <p:cNvSpPr/>
          <p:nvPr/>
        </p:nvSpPr>
        <p:spPr>
          <a:xfrm>
            <a:off x="691394" y="265021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09006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4C5B49C-936A-2B6D-8B98-00FDF3AF2804}"/>
              </a:ext>
            </a:extLst>
          </p:cNvPr>
          <p:cNvSpPr/>
          <p:nvPr/>
        </p:nvSpPr>
        <p:spPr>
          <a:xfrm>
            <a:off x="942701" y="851854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C6D3880-B21A-925F-8AD0-D2DF3DF771E9}"/>
              </a:ext>
            </a:extLst>
          </p:cNvPr>
          <p:cNvSpPr/>
          <p:nvPr/>
        </p:nvSpPr>
        <p:spPr>
          <a:xfrm>
            <a:off x="1125173" y="103203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948996C-3184-2F5E-49D6-F36B6E350240}"/>
              </a:ext>
            </a:extLst>
          </p:cNvPr>
          <p:cNvSpPr/>
          <p:nvPr/>
        </p:nvSpPr>
        <p:spPr>
          <a:xfrm>
            <a:off x="1485173" y="103203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9D7B21-A6BE-EB17-6B14-1723AB5F4962}"/>
              </a:ext>
            </a:extLst>
          </p:cNvPr>
          <p:cNvSpPr/>
          <p:nvPr/>
        </p:nvSpPr>
        <p:spPr>
          <a:xfrm>
            <a:off x="1125173" y="121203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5F7D721-04C7-7C3A-EFD3-E4D4DF0782F1}"/>
              </a:ext>
            </a:extLst>
          </p:cNvPr>
          <p:cNvSpPr/>
          <p:nvPr/>
        </p:nvSpPr>
        <p:spPr>
          <a:xfrm>
            <a:off x="1485173" y="121203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0B55774-4703-6E0B-FFF7-2FD7006628F9}"/>
              </a:ext>
            </a:extLst>
          </p:cNvPr>
          <p:cNvSpPr/>
          <p:nvPr/>
        </p:nvSpPr>
        <p:spPr>
          <a:xfrm>
            <a:off x="1125173" y="139194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4E023E2-A458-5B44-6943-AFAC063642E5}"/>
              </a:ext>
            </a:extLst>
          </p:cNvPr>
          <p:cNvSpPr/>
          <p:nvPr/>
        </p:nvSpPr>
        <p:spPr>
          <a:xfrm>
            <a:off x="1305173" y="139203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C9D4F8B-9643-ECD9-7AB7-26E7CED6DC99}"/>
              </a:ext>
            </a:extLst>
          </p:cNvPr>
          <p:cNvSpPr/>
          <p:nvPr/>
        </p:nvSpPr>
        <p:spPr>
          <a:xfrm>
            <a:off x="1125173" y="157194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ED35A97-2D1D-7F06-ABB1-8DEED2DE2629}"/>
              </a:ext>
            </a:extLst>
          </p:cNvPr>
          <p:cNvSpPr/>
          <p:nvPr/>
        </p:nvSpPr>
        <p:spPr>
          <a:xfrm>
            <a:off x="1485173" y="157194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D43AE60-62E3-0EBB-7BB0-017CCF67FDCF}"/>
              </a:ext>
            </a:extLst>
          </p:cNvPr>
          <p:cNvSpPr/>
          <p:nvPr/>
        </p:nvSpPr>
        <p:spPr>
          <a:xfrm>
            <a:off x="1125173" y="175176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7107BA2-9543-04E6-2476-973A4D5A01F6}"/>
              </a:ext>
            </a:extLst>
          </p:cNvPr>
          <p:cNvSpPr/>
          <p:nvPr/>
        </p:nvSpPr>
        <p:spPr>
          <a:xfrm>
            <a:off x="1485173" y="175176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AB1A0CE-220F-055D-CBFC-33E2C3937A0F}"/>
              </a:ext>
            </a:extLst>
          </p:cNvPr>
          <p:cNvSpPr/>
          <p:nvPr/>
        </p:nvSpPr>
        <p:spPr>
          <a:xfrm>
            <a:off x="1665173" y="851764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CBD305E-1352-A132-35E9-967A2E314EDF}"/>
              </a:ext>
            </a:extLst>
          </p:cNvPr>
          <p:cNvSpPr/>
          <p:nvPr/>
        </p:nvSpPr>
        <p:spPr>
          <a:xfrm>
            <a:off x="1845173" y="103194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F9C2019-56C8-AFDC-28B9-E34A27CA57FE}"/>
              </a:ext>
            </a:extLst>
          </p:cNvPr>
          <p:cNvSpPr/>
          <p:nvPr/>
        </p:nvSpPr>
        <p:spPr>
          <a:xfrm>
            <a:off x="2025173" y="103203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545166F-248A-F281-43CA-EED8900DB20C}"/>
              </a:ext>
            </a:extLst>
          </p:cNvPr>
          <p:cNvSpPr/>
          <p:nvPr/>
        </p:nvSpPr>
        <p:spPr>
          <a:xfrm>
            <a:off x="2205173" y="103194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2C2F50B-EE0D-46FD-1681-4D6F46790E04}"/>
              </a:ext>
            </a:extLst>
          </p:cNvPr>
          <p:cNvSpPr/>
          <p:nvPr/>
        </p:nvSpPr>
        <p:spPr>
          <a:xfrm>
            <a:off x="1845173" y="121194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C685A51-B62C-610B-CE6B-567D6F583495}"/>
              </a:ext>
            </a:extLst>
          </p:cNvPr>
          <p:cNvSpPr/>
          <p:nvPr/>
        </p:nvSpPr>
        <p:spPr>
          <a:xfrm>
            <a:off x="1845173" y="139185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E014459-FD92-38F5-6544-CA4D6863267E}"/>
              </a:ext>
            </a:extLst>
          </p:cNvPr>
          <p:cNvSpPr/>
          <p:nvPr/>
        </p:nvSpPr>
        <p:spPr>
          <a:xfrm>
            <a:off x="2025173" y="139194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9D778D7-737A-AB09-F8B4-E4E525191EDA}"/>
              </a:ext>
            </a:extLst>
          </p:cNvPr>
          <p:cNvSpPr/>
          <p:nvPr/>
        </p:nvSpPr>
        <p:spPr>
          <a:xfrm>
            <a:off x="2205173" y="139185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4208821-37D7-84AA-076A-0FAD38936DFE}"/>
              </a:ext>
            </a:extLst>
          </p:cNvPr>
          <p:cNvSpPr/>
          <p:nvPr/>
        </p:nvSpPr>
        <p:spPr>
          <a:xfrm>
            <a:off x="1845173" y="157185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05F0884-C9DC-5921-281B-D3AA4530B9A5}"/>
              </a:ext>
            </a:extLst>
          </p:cNvPr>
          <p:cNvSpPr/>
          <p:nvPr/>
        </p:nvSpPr>
        <p:spPr>
          <a:xfrm>
            <a:off x="1845173" y="175167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353CD1F-9203-A77E-9A3A-F0752763573A}"/>
              </a:ext>
            </a:extLst>
          </p:cNvPr>
          <p:cNvSpPr/>
          <p:nvPr/>
        </p:nvSpPr>
        <p:spPr>
          <a:xfrm>
            <a:off x="2025173" y="175176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C4F794E-2CAD-8292-EFEB-CD41845F1CC7}"/>
              </a:ext>
            </a:extLst>
          </p:cNvPr>
          <p:cNvSpPr/>
          <p:nvPr/>
        </p:nvSpPr>
        <p:spPr>
          <a:xfrm>
            <a:off x="2205173" y="175167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8900F95-A66C-37A5-AF8D-694098217E1B}"/>
              </a:ext>
            </a:extLst>
          </p:cNvPr>
          <p:cNvSpPr/>
          <p:nvPr/>
        </p:nvSpPr>
        <p:spPr>
          <a:xfrm>
            <a:off x="2393166" y="851674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5524351-FE76-70E7-A18D-CDD19E4D5CC5}"/>
              </a:ext>
            </a:extLst>
          </p:cNvPr>
          <p:cNvSpPr/>
          <p:nvPr/>
        </p:nvSpPr>
        <p:spPr>
          <a:xfrm>
            <a:off x="2573166" y="103248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8BF3435-D5B0-9988-DBDA-6BDFA3B97AED}"/>
              </a:ext>
            </a:extLst>
          </p:cNvPr>
          <p:cNvSpPr/>
          <p:nvPr/>
        </p:nvSpPr>
        <p:spPr>
          <a:xfrm>
            <a:off x="2933166" y="103248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62BF733-047E-3F86-1D3B-A43DE30BDC57}"/>
              </a:ext>
            </a:extLst>
          </p:cNvPr>
          <p:cNvSpPr/>
          <p:nvPr/>
        </p:nvSpPr>
        <p:spPr>
          <a:xfrm>
            <a:off x="2573166" y="121248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3ADAA10-8924-2742-2299-439D7209ADDC}"/>
              </a:ext>
            </a:extLst>
          </p:cNvPr>
          <p:cNvSpPr/>
          <p:nvPr/>
        </p:nvSpPr>
        <p:spPr>
          <a:xfrm>
            <a:off x="2933166" y="121248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5611C4C-86F8-CE9B-39AB-659F72FC7320}"/>
              </a:ext>
            </a:extLst>
          </p:cNvPr>
          <p:cNvSpPr/>
          <p:nvPr/>
        </p:nvSpPr>
        <p:spPr>
          <a:xfrm>
            <a:off x="2753166" y="139248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C6CF22E-C18F-6300-12BC-EBB2599DB64C}"/>
              </a:ext>
            </a:extLst>
          </p:cNvPr>
          <p:cNvSpPr/>
          <p:nvPr/>
        </p:nvSpPr>
        <p:spPr>
          <a:xfrm>
            <a:off x="2753166" y="157248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BF7A662-B994-1563-7A89-0408A895F326}"/>
              </a:ext>
            </a:extLst>
          </p:cNvPr>
          <p:cNvSpPr/>
          <p:nvPr/>
        </p:nvSpPr>
        <p:spPr>
          <a:xfrm>
            <a:off x="2753166" y="175230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1F1E4BD-942D-BB79-9A4F-712DA6F3EAC1}"/>
              </a:ext>
            </a:extLst>
          </p:cNvPr>
          <p:cNvSpPr/>
          <p:nvPr/>
        </p:nvSpPr>
        <p:spPr>
          <a:xfrm>
            <a:off x="4564499" y="851674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FE1DBFE5-7E1E-279C-B630-1E2CBDC7307B}"/>
              </a:ext>
            </a:extLst>
          </p:cNvPr>
          <p:cNvSpPr/>
          <p:nvPr/>
        </p:nvSpPr>
        <p:spPr>
          <a:xfrm>
            <a:off x="4745736" y="103158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20D1F0C0-CB1E-DE70-8BA2-2215ADF0A6E1}"/>
              </a:ext>
            </a:extLst>
          </p:cNvPr>
          <p:cNvSpPr/>
          <p:nvPr/>
        </p:nvSpPr>
        <p:spPr>
          <a:xfrm>
            <a:off x="4925736" y="103167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41E71E8E-A551-E091-0197-40530DCC97AA}"/>
              </a:ext>
            </a:extLst>
          </p:cNvPr>
          <p:cNvSpPr/>
          <p:nvPr/>
        </p:nvSpPr>
        <p:spPr>
          <a:xfrm>
            <a:off x="5105736" y="103158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6C4DF85D-AF0A-3360-70EA-E4706260A68B}"/>
              </a:ext>
            </a:extLst>
          </p:cNvPr>
          <p:cNvSpPr/>
          <p:nvPr/>
        </p:nvSpPr>
        <p:spPr>
          <a:xfrm>
            <a:off x="4925736" y="121167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A22C27A3-631D-84F8-3EC0-D7F0584B53E8}"/>
              </a:ext>
            </a:extLst>
          </p:cNvPr>
          <p:cNvSpPr/>
          <p:nvPr/>
        </p:nvSpPr>
        <p:spPr>
          <a:xfrm>
            <a:off x="4925736" y="139158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26E952D-2DF3-85D6-39D8-F420F09F8983}"/>
              </a:ext>
            </a:extLst>
          </p:cNvPr>
          <p:cNvSpPr/>
          <p:nvPr/>
        </p:nvSpPr>
        <p:spPr>
          <a:xfrm>
            <a:off x="4925736" y="157158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5FE47E40-D792-7471-41F3-55C6F91BF2B7}"/>
              </a:ext>
            </a:extLst>
          </p:cNvPr>
          <p:cNvSpPr/>
          <p:nvPr/>
        </p:nvSpPr>
        <p:spPr>
          <a:xfrm>
            <a:off x="4925736" y="175140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F7561FA2-D143-DA48-AAA6-8717ED5801ED}"/>
              </a:ext>
            </a:extLst>
          </p:cNvPr>
          <p:cNvSpPr/>
          <p:nvPr/>
        </p:nvSpPr>
        <p:spPr>
          <a:xfrm>
            <a:off x="2390651" y="2564741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E91CA530-0AAF-0D95-0153-F030143C92E7}"/>
              </a:ext>
            </a:extLst>
          </p:cNvPr>
          <p:cNvSpPr/>
          <p:nvPr/>
        </p:nvSpPr>
        <p:spPr>
          <a:xfrm>
            <a:off x="2571890" y="2744831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FA1ED58C-EC2A-3AFD-9BA8-CC975CA5AF95}"/>
              </a:ext>
            </a:extLst>
          </p:cNvPr>
          <p:cNvSpPr/>
          <p:nvPr/>
        </p:nvSpPr>
        <p:spPr>
          <a:xfrm>
            <a:off x="2931890" y="2744831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63DB8AF5-92B2-6233-94B6-EC7114BA5AE1}"/>
              </a:ext>
            </a:extLst>
          </p:cNvPr>
          <p:cNvSpPr/>
          <p:nvPr/>
        </p:nvSpPr>
        <p:spPr>
          <a:xfrm>
            <a:off x="2571890" y="2924831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83C485C9-DA97-CE54-01E1-96FC5B1E0404}"/>
              </a:ext>
            </a:extLst>
          </p:cNvPr>
          <p:cNvSpPr/>
          <p:nvPr/>
        </p:nvSpPr>
        <p:spPr>
          <a:xfrm>
            <a:off x="2931890" y="2924831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F631FC8-AE8A-73EE-393D-55E702E71C62}"/>
              </a:ext>
            </a:extLst>
          </p:cNvPr>
          <p:cNvSpPr/>
          <p:nvPr/>
        </p:nvSpPr>
        <p:spPr>
          <a:xfrm>
            <a:off x="2751890" y="3104831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301BCEE7-BF2A-B2D5-E718-BC7A45B8D97A}"/>
              </a:ext>
            </a:extLst>
          </p:cNvPr>
          <p:cNvSpPr/>
          <p:nvPr/>
        </p:nvSpPr>
        <p:spPr>
          <a:xfrm>
            <a:off x="2571890" y="3284606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DC5598ED-F55C-2AC0-BCDA-DE4B7C5ACCCB}"/>
              </a:ext>
            </a:extLst>
          </p:cNvPr>
          <p:cNvSpPr/>
          <p:nvPr/>
        </p:nvSpPr>
        <p:spPr>
          <a:xfrm>
            <a:off x="2931890" y="3284741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E438B47B-528A-B00F-98D6-67F199D3F9A7}"/>
              </a:ext>
            </a:extLst>
          </p:cNvPr>
          <p:cNvSpPr/>
          <p:nvPr/>
        </p:nvSpPr>
        <p:spPr>
          <a:xfrm>
            <a:off x="2571890" y="3464561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2D4BBA21-998D-6677-251D-D5BD736D7133}"/>
              </a:ext>
            </a:extLst>
          </p:cNvPr>
          <p:cNvSpPr/>
          <p:nvPr/>
        </p:nvSpPr>
        <p:spPr>
          <a:xfrm>
            <a:off x="2931890" y="3464561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DA7CEEAB-031D-9D76-D44A-AFEE6D0DFD62}"/>
              </a:ext>
            </a:extLst>
          </p:cNvPr>
          <p:cNvSpPr/>
          <p:nvPr/>
        </p:nvSpPr>
        <p:spPr>
          <a:xfrm>
            <a:off x="3110690" y="2564651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00784B40-244D-9B96-D4CA-90546DF02325}"/>
              </a:ext>
            </a:extLst>
          </p:cNvPr>
          <p:cNvSpPr/>
          <p:nvPr/>
        </p:nvSpPr>
        <p:spPr>
          <a:xfrm>
            <a:off x="3298607" y="2744921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4636D825-46F4-FE8C-2DA2-64596A32C21B}"/>
              </a:ext>
            </a:extLst>
          </p:cNvPr>
          <p:cNvSpPr/>
          <p:nvPr/>
        </p:nvSpPr>
        <p:spPr>
          <a:xfrm>
            <a:off x="3478607" y="2745011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BDB9C9D5-0E58-B4E1-4FFB-7CB19D03ED09}"/>
              </a:ext>
            </a:extLst>
          </p:cNvPr>
          <p:cNvSpPr/>
          <p:nvPr/>
        </p:nvSpPr>
        <p:spPr>
          <a:xfrm>
            <a:off x="3658607" y="2744921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AAE60509-0374-F584-2151-B54FD30DA81B}"/>
              </a:ext>
            </a:extLst>
          </p:cNvPr>
          <p:cNvSpPr/>
          <p:nvPr/>
        </p:nvSpPr>
        <p:spPr>
          <a:xfrm>
            <a:off x="3478607" y="2925011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479F2ABC-B371-074B-0EF7-3C4C395C430F}"/>
              </a:ext>
            </a:extLst>
          </p:cNvPr>
          <p:cNvSpPr/>
          <p:nvPr/>
        </p:nvSpPr>
        <p:spPr>
          <a:xfrm>
            <a:off x="3478607" y="3104921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18EA70A8-852A-BA55-4E53-6E2625621F0E}"/>
              </a:ext>
            </a:extLst>
          </p:cNvPr>
          <p:cNvSpPr/>
          <p:nvPr/>
        </p:nvSpPr>
        <p:spPr>
          <a:xfrm>
            <a:off x="3478607" y="3284921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89746ADD-60F3-01D3-4688-E4BDB10959C1}"/>
              </a:ext>
            </a:extLst>
          </p:cNvPr>
          <p:cNvSpPr/>
          <p:nvPr/>
        </p:nvSpPr>
        <p:spPr>
          <a:xfrm>
            <a:off x="3298607" y="3464651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AA9A867A-F47C-6FB6-1CF0-815988783400}"/>
              </a:ext>
            </a:extLst>
          </p:cNvPr>
          <p:cNvSpPr/>
          <p:nvPr/>
        </p:nvSpPr>
        <p:spPr>
          <a:xfrm>
            <a:off x="3478607" y="3464741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E5F57F7A-5915-E413-9BF8-CBA606780B89}"/>
              </a:ext>
            </a:extLst>
          </p:cNvPr>
          <p:cNvSpPr/>
          <p:nvPr/>
        </p:nvSpPr>
        <p:spPr>
          <a:xfrm>
            <a:off x="3658607" y="3464651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58D47521-1A0F-C561-A2D0-DCCAA19C3D79}"/>
              </a:ext>
            </a:extLst>
          </p:cNvPr>
          <p:cNvSpPr/>
          <p:nvPr/>
        </p:nvSpPr>
        <p:spPr>
          <a:xfrm>
            <a:off x="3830690" y="851674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C3B24319-69B4-6DEA-D145-70B80A8C4029}"/>
              </a:ext>
            </a:extLst>
          </p:cNvPr>
          <p:cNvSpPr/>
          <p:nvPr/>
        </p:nvSpPr>
        <p:spPr>
          <a:xfrm>
            <a:off x="4010690" y="103185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5EC8C218-86B6-5D4C-A32F-AD2C67B6DA71}"/>
              </a:ext>
            </a:extLst>
          </p:cNvPr>
          <p:cNvSpPr/>
          <p:nvPr/>
        </p:nvSpPr>
        <p:spPr>
          <a:xfrm>
            <a:off x="4190690" y="103194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491EFDB1-8BF7-3F8C-40DE-74057EFEC4AB}"/>
              </a:ext>
            </a:extLst>
          </p:cNvPr>
          <p:cNvSpPr/>
          <p:nvPr/>
        </p:nvSpPr>
        <p:spPr>
          <a:xfrm>
            <a:off x="4370690" y="103185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D14FCBD3-1B78-1417-B3AE-5ECDB437A3F6}"/>
              </a:ext>
            </a:extLst>
          </p:cNvPr>
          <p:cNvSpPr/>
          <p:nvPr/>
        </p:nvSpPr>
        <p:spPr>
          <a:xfrm>
            <a:off x="4010690" y="121185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461C3EC5-9F5A-D295-D916-B5560DD4D6DF}"/>
              </a:ext>
            </a:extLst>
          </p:cNvPr>
          <p:cNvSpPr/>
          <p:nvPr/>
        </p:nvSpPr>
        <p:spPr>
          <a:xfrm>
            <a:off x="4010690" y="139176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1FF34748-4166-D468-A553-473E16316B6D}"/>
              </a:ext>
            </a:extLst>
          </p:cNvPr>
          <p:cNvSpPr/>
          <p:nvPr/>
        </p:nvSpPr>
        <p:spPr>
          <a:xfrm>
            <a:off x="4190690" y="139185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D6B0565D-6E46-F8D5-A139-174AF3A1757F}"/>
              </a:ext>
            </a:extLst>
          </p:cNvPr>
          <p:cNvSpPr/>
          <p:nvPr/>
        </p:nvSpPr>
        <p:spPr>
          <a:xfrm>
            <a:off x="4370690" y="139176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D7169CEE-C86C-F203-F7C6-975BAF6C20E7}"/>
              </a:ext>
            </a:extLst>
          </p:cNvPr>
          <p:cNvSpPr/>
          <p:nvPr/>
        </p:nvSpPr>
        <p:spPr>
          <a:xfrm>
            <a:off x="4010690" y="157176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E4399121-2EAA-6CE3-682B-D78BD23FBB60}"/>
              </a:ext>
            </a:extLst>
          </p:cNvPr>
          <p:cNvSpPr/>
          <p:nvPr/>
        </p:nvSpPr>
        <p:spPr>
          <a:xfrm>
            <a:off x="4010690" y="175158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F50A2954-5FF9-936D-5F03-E03C4A626834}"/>
              </a:ext>
            </a:extLst>
          </p:cNvPr>
          <p:cNvSpPr/>
          <p:nvPr/>
        </p:nvSpPr>
        <p:spPr>
          <a:xfrm>
            <a:off x="4190690" y="175167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81BB95A9-436E-B6F9-0844-9BE6745005B6}"/>
              </a:ext>
            </a:extLst>
          </p:cNvPr>
          <p:cNvSpPr/>
          <p:nvPr/>
        </p:nvSpPr>
        <p:spPr>
          <a:xfrm>
            <a:off x="4370690" y="175158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DE5DC1B0-C2A6-90AD-6216-23886D5120AD}"/>
              </a:ext>
            </a:extLst>
          </p:cNvPr>
          <p:cNvSpPr/>
          <p:nvPr/>
        </p:nvSpPr>
        <p:spPr>
          <a:xfrm>
            <a:off x="1665173" y="2564741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FCC17079-7F5E-F0CA-4CC2-262BCFDBB781}"/>
              </a:ext>
            </a:extLst>
          </p:cNvPr>
          <p:cNvSpPr/>
          <p:nvPr/>
        </p:nvSpPr>
        <p:spPr>
          <a:xfrm>
            <a:off x="1845173" y="2744921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4E1660F3-ADD6-2D65-09C7-9FB555B9B078}"/>
              </a:ext>
            </a:extLst>
          </p:cNvPr>
          <p:cNvSpPr/>
          <p:nvPr/>
        </p:nvSpPr>
        <p:spPr>
          <a:xfrm>
            <a:off x="2025173" y="2745011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FFC65B8C-9158-C078-DC7C-3EAE37968129}"/>
              </a:ext>
            </a:extLst>
          </p:cNvPr>
          <p:cNvSpPr/>
          <p:nvPr/>
        </p:nvSpPr>
        <p:spPr>
          <a:xfrm>
            <a:off x="2205173" y="2744921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CFFEC456-AE94-CECA-1ECC-0E6A250F3D4B}"/>
              </a:ext>
            </a:extLst>
          </p:cNvPr>
          <p:cNvSpPr/>
          <p:nvPr/>
        </p:nvSpPr>
        <p:spPr>
          <a:xfrm>
            <a:off x="1845173" y="2924921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D7DB9E3F-2929-FF64-2CB1-A810CB11A931}"/>
              </a:ext>
            </a:extLst>
          </p:cNvPr>
          <p:cNvSpPr/>
          <p:nvPr/>
        </p:nvSpPr>
        <p:spPr>
          <a:xfrm>
            <a:off x="1845173" y="3104831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A83D0DB8-EDAF-4806-0AC0-8F9A94CD264D}"/>
              </a:ext>
            </a:extLst>
          </p:cNvPr>
          <p:cNvSpPr/>
          <p:nvPr/>
        </p:nvSpPr>
        <p:spPr>
          <a:xfrm>
            <a:off x="2025173" y="3104921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517798D0-A38E-904F-2A7D-391A13257B5A}"/>
              </a:ext>
            </a:extLst>
          </p:cNvPr>
          <p:cNvSpPr/>
          <p:nvPr/>
        </p:nvSpPr>
        <p:spPr>
          <a:xfrm>
            <a:off x="2205173" y="3104831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F0F0A95A-808D-416B-8486-B0854B79C075}"/>
              </a:ext>
            </a:extLst>
          </p:cNvPr>
          <p:cNvSpPr/>
          <p:nvPr/>
        </p:nvSpPr>
        <p:spPr>
          <a:xfrm>
            <a:off x="1845173" y="3284831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AE9D5C98-8FBA-659F-8425-0F62B908E0D0}"/>
              </a:ext>
            </a:extLst>
          </p:cNvPr>
          <p:cNvSpPr/>
          <p:nvPr/>
        </p:nvSpPr>
        <p:spPr>
          <a:xfrm>
            <a:off x="1845173" y="3464651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F2654283-E299-A42D-0816-8E2221782DA1}"/>
              </a:ext>
            </a:extLst>
          </p:cNvPr>
          <p:cNvSpPr/>
          <p:nvPr/>
        </p:nvSpPr>
        <p:spPr>
          <a:xfrm>
            <a:off x="2025173" y="3464741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A0A252BB-C953-E7D5-3939-C947894F7343}"/>
              </a:ext>
            </a:extLst>
          </p:cNvPr>
          <p:cNvSpPr/>
          <p:nvPr/>
        </p:nvSpPr>
        <p:spPr>
          <a:xfrm>
            <a:off x="2205173" y="3464651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C56C9539-2BEE-58A3-5A54-D402645F506F}"/>
              </a:ext>
            </a:extLst>
          </p:cNvPr>
          <p:cNvSpPr/>
          <p:nvPr/>
        </p:nvSpPr>
        <p:spPr>
          <a:xfrm>
            <a:off x="3846563" y="2564651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663537B0-287B-B5D4-A440-68E0A42B1C16}"/>
              </a:ext>
            </a:extLst>
          </p:cNvPr>
          <p:cNvSpPr/>
          <p:nvPr/>
        </p:nvSpPr>
        <p:spPr>
          <a:xfrm>
            <a:off x="4027800" y="2744561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FAF24791-16A6-F4FA-A240-F7FE9096A00B}"/>
              </a:ext>
            </a:extLst>
          </p:cNvPr>
          <p:cNvSpPr/>
          <p:nvPr/>
        </p:nvSpPr>
        <p:spPr>
          <a:xfrm>
            <a:off x="4207800" y="2744651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F7C52E2E-44AE-9C2A-4942-68DC0C9508B1}"/>
              </a:ext>
            </a:extLst>
          </p:cNvPr>
          <p:cNvSpPr/>
          <p:nvPr/>
        </p:nvSpPr>
        <p:spPr>
          <a:xfrm>
            <a:off x="4387800" y="2744561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AA4BC80B-6232-3BB7-3C3C-E1869C24FBCE}"/>
              </a:ext>
            </a:extLst>
          </p:cNvPr>
          <p:cNvSpPr/>
          <p:nvPr/>
        </p:nvSpPr>
        <p:spPr>
          <a:xfrm>
            <a:off x="4207800" y="2924651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1B0C8E12-E9B2-2778-4DA2-4BFB26F7BADA}"/>
              </a:ext>
            </a:extLst>
          </p:cNvPr>
          <p:cNvSpPr/>
          <p:nvPr/>
        </p:nvSpPr>
        <p:spPr>
          <a:xfrm>
            <a:off x="4207800" y="3104561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A2FA43C6-FC38-3AA8-EF7E-D9A0A80C0CC5}"/>
              </a:ext>
            </a:extLst>
          </p:cNvPr>
          <p:cNvSpPr/>
          <p:nvPr/>
        </p:nvSpPr>
        <p:spPr>
          <a:xfrm>
            <a:off x="4207800" y="3284561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95255569-5FB0-69B4-17FD-AA26162FF67E}"/>
              </a:ext>
            </a:extLst>
          </p:cNvPr>
          <p:cNvSpPr/>
          <p:nvPr/>
        </p:nvSpPr>
        <p:spPr>
          <a:xfrm>
            <a:off x="4207800" y="3464381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54F34F06-BC59-197A-DD9A-15816AB00F57}"/>
              </a:ext>
            </a:extLst>
          </p:cNvPr>
          <p:cNvSpPr/>
          <p:nvPr/>
        </p:nvSpPr>
        <p:spPr>
          <a:xfrm>
            <a:off x="2385173" y="4277628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78B91F69-4BBA-456F-0A11-B63D8032B1E8}"/>
              </a:ext>
            </a:extLst>
          </p:cNvPr>
          <p:cNvSpPr/>
          <p:nvPr/>
        </p:nvSpPr>
        <p:spPr>
          <a:xfrm>
            <a:off x="2565173" y="4458168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A8C85AE6-BC76-4C32-7D01-BDB810EEC89E}"/>
              </a:ext>
            </a:extLst>
          </p:cNvPr>
          <p:cNvSpPr/>
          <p:nvPr/>
        </p:nvSpPr>
        <p:spPr>
          <a:xfrm>
            <a:off x="2745173" y="4458258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DE824639-E5EC-B96D-ADBB-9467BD3A1BD5}"/>
              </a:ext>
            </a:extLst>
          </p:cNvPr>
          <p:cNvSpPr/>
          <p:nvPr/>
        </p:nvSpPr>
        <p:spPr>
          <a:xfrm>
            <a:off x="2925173" y="4458168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C42973BD-3AA6-CFC8-5816-4570733F8C19}"/>
              </a:ext>
            </a:extLst>
          </p:cNvPr>
          <p:cNvSpPr/>
          <p:nvPr/>
        </p:nvSpPr>
        <p:spPr>
          <a:xfrm>
            <a:off x="2565173" y="4638168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5AB9F782-7EEC-A1A7-905C-D1ADC05A5FA8}"/>
              </a:ext>
            </a:extLst>
          </p:cNvPr>
          <p:cNvSpPr/>
          <p:nvPr/>
        </p:nvSpPr>
        <p:spPr>
          <a:xfrm>
            <a:off x="2925173" y="4638168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4CAE13C9-8F6D-7392-0775-E371555E684E}"/>
              </a:ext>
            </a:extLst>
          </p:cNvPr>
          <p:cNvSpPr/>
          <p:nvPr/>
        </p:nvSpPr>
        <p:spPr>
          <a:xfrm>
            <a:off x="2565173" y="4818078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8E303FB6-37A5-C367-46E2-7F5E8C37077B}"/>
              </a:ext>
            </a:extLst>
          </p:cNvPr>
          <p:cNvSpPr/>
          <p:nvPr/>
        </p:nvSpPr>
        <p:spPr>
          <a:xfrm>
            <a:off x="2925173" y="4818078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BC5191B7-99F4-147B-8AA0-90A150CEA22D}"/>
              </a:ext>
            </a:extLst>
          </p:cNvPr>
          <p:cNvSpPr/>
          <p:nvPr/>
        </p:nvSpPr>
        <p:spPr>
          <a:xfrm>
            <a:off x="2565173" y="4998078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4F9DA9B1-7461-B75A-B87F-EFD5606F4D30}"/>
              </a:ext>
            </a:extLst>
          </p:cNvPr>
          <p:cNvSpPr/>
          <p:nvPr/>
        </p:nvSpPr>
        <p:spPr>
          <a:xfrm>
            <a:off x="2925173" y="4998078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1BC683C1-9114-BB6A-24B7-1F0E2CC62A03}"/>
              </a:ext>
            </a:extLst>
          </p:cNvPr>
          <p:cNvSpPr/>
          <p:nvPr/>
        </p:nvSpPr>
        <p:spPr>
          <a:xfrm>
            <a:off x="2565173" y="5177898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BBB88129-FF4A-4284-710D-9D7BEBABBA9F}"/>
              </a:ext>
            </a:extLst>
          </p:cNvPr>
          <p:cNvSpPr/>
          <p:nvPr/>
        </p:nvSpPr>
        <p:spPr>
          <a:xfrm>
            <a:off x="2745173" y="5177988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D9A60885-4850-70A6-363D-7A895A795D21}"/>
              </a:ext>
            </a:extLst>
          </p:cNvPr>
          <p:cNvSpPr/>
          <p:nvPr/>
        </p:nvSpPr>
        <p:spPr>
          <a:xfrm>
            <a:off x="2925173" y="5177898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7FEC6A78-A00D-7B14-7561-E4BE65C8E34F}"/>
              </a:ext>
            </a:extLst>
          </p:cNvPr>
          <p:cNvSpPr/>
          <p:nvPr/>
        </p:nvSpPr>
        <p:spPr>
          <a:xfrm>
            <a:off x="3110690" y="4277628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ED844C54-F83D-8011-1924-26B8A7FC3828}"/>
              </a:ext>
            </a:extLst>
          </p:cNvPr>
          <p:cNvSpPr/>
          <p:nvPr/>
        </p:nvSpPr>
        <p:spPr>
          <a:xfrm>
            <a:off x="3293162" y="4457808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6ADB89E8-41DB-B839-F787-A7B8F7022117}"/>
              </a:ext>
            </a:extLst>
          </p:cNvPr>
          <p:cNvSpPr/>
          <p:nvPr/>
        </p:nvSpPr>
        <p:spPr>
          <a:xfrm>
            <a:off x="3653162" y="4457808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9C891861-CDBD-6A95-B7B1-93DAB8FA52BA}"/>
              </a:ext>
            </a:extLst>
          </p:cNvPr>
          <p:cNvSpPr/>
          <p:nvPr/>
        </p:nvSpPr>
        <p:spPr>
          <a:xfrm>
            <a:off x="3293162" y="4637808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310B8141-4C75-00B6-F997-7B97114256B6}"/>
              </a:ext>
            </a:extLst>
          </p:cNvPr>
          <p:cNvSpPr/>
          <p:nvPr/>
        </p:nvSpPr>
        <p:spPr>
          <a:xfrm>
            <a:off x="3653162" y="4637808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071433A4-6D81-107C-C1CA-C4290D877329}"/>
              </a:ext>
            </a:extLst>
          </p:cNvPr>
          <p:cNvSpPr/>
          <p:nvPr/>
        </p:nvSpPr>
        <p:spPr>
          <a:xfrm>
            <a:off x="3293162" y="4817718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E6DA0A96-AFDB-EF60-B3C6-4FA1D199BF9F}"/>
              </a:ext>
            </a:extLst>
          </p:cNvPr>
          <p:cNvSpPr/>
          <p:nvPr/>
        </p:nvSpPr>
        <p:spPr>
          <a:xfrm>
            <a:off x="3473162" y="4817808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CAA43D47-4B1E-C155-AFCC-10AE0A2A5494}"/>
              </a:ext>
            </a:extLst>
          </p:cNvPr>
          <p:cNvSpPr/>
          <p:nvPr/>
        </p:nvSpPr>
        <p:spPr>
          <a:xfrm>
            <a:off x="3293162" y="4997718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164F3B0C-A2CF-59E5-4443-A6BF276941F0}"/>
              </a:ext>
            </a:extLst>
          </p:cNvPr>
          <p:cNvSpPr/>
          <p:nvPr/>
        </p:nvSpPr>
        <p:spPr>
          <a:xfrm>
            <a:off x="3653162" y="4997718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AF9E1A62-ECCA-3129-9658-B8BE6F1A5719}"/>
              </a:ext>
            </a:extLst>
          </p:cNvPr>
          <p:cNvSpPr/>
          <p:nvPr/>
        </p:nvSpPr>
        <p:spPr>
          <a:xfrm>
            <a:off x="3293162" y="5177538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D723247B-A71C-0FE0-97D5-1CF979F3FD6B}"/>
              </a:ext>
            </a:extLst>
          </p:cNvPr>
          <p:cNvSpPr/>
          <p:nvPr/>
        </p:nvSpPr>
        <p:spPr>
          <a:xfrm>
            <a:off x="3653162" y="5177538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1A45A308-F950-66F3-51F2-B53A71541153}"/>
              </a:ext>
            </a:extLst>
          </p:cNvPr>
          <p:cNvSpPr/>
          <p:nvPr/>
        </p:nvSpPr>
        <p:spPr>
          <a:xfrm>
            <a:off x="3096881" y="851584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F3ECCA7A-026E-674A-3615-13EC45945D46}"/>
              </a:ext>
            </a:extLst>
          </p:cNvPr>
          <p:cNvSpPr/>
          <p:nvPr/>
        </p:nvSpPr>
        <p:spPr>
          <a:xfrm>
            <a:off x="3456881" y="103167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09AE8E44-9052-5984-491F-52509441FE36}"/>
              </a:ext>
            </a:extLst>
          </p:cNvPr>
          <p:cNvSpPr/>
          <p:nvPr/>
        </p:nvSpPr>
        <p:spPr>
          <a:xfrm>
            <a:off x="3636881" y="103158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90112574-88A7-BE8C-65D8-523DAC2A7A7F}"/>
              </a:ext>
            </a:extLst>
          </p:cNvPr>
          <p:cNvSpPr/>
          <p:nvPr/>
        </p:nvSpPr>
        <p:spPr>
          <a:xfrm>
            <a:off x="3276881" y="121158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14B6B259-04DA-4845-C69E-B7C2ACFCD4E3}"/>
              </a:ext>
            </a:extLst>
          </p:cNvPr>
          <p:cNvSpPr/>
          <p:nvPr/>
        </p:nvSpPr>
        <p:spPr>
          <a:xfrm>
            <a:off x="3276881" y="139149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F979ECB8-5F13-7B74-FAA3-9F38D52419A8}"/>
              </a:ext>
            </a:extLst>
          </p:cNvPr>
          <p:cNvSpPr/>
          <p:nvPr/>
        </p:nvSpPr>
        <p:spPr>
          <a:xfrm>
            <a:off x="3456881" y="139158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332529F4-F77D-304D-E082-23CFDDCC6FDC}"/>
              </a:ext>
            </a:extLst>
          </p:cNvPr>
          <p:cNvSpPr/>
          <p:nvPr/>
        </p:nvSpPr>
        <p:spPr>
          <a:xfrm>
            <a:off x="3636881" y="139149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8A4597D2-030B-82B9-BC74-DD53A76FF237}"/>
              </a:ext>
            </a:extLst>
          </p:cNvPr>
          <p:cNvSpPr/>
          <p:nvPr/>
        </p:nvSpPr>
        <p:spPr>
          <a:xfrm>
            <a:off x="3636881" y="157149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7D96A09B-5E02-2DF5-3795-ECBDFA0915E8}"/>
              </a:ext>
            </a:extLst>
          </p:cNvPr>
          <p:cNvSpPr/>
          <p:nvPr/>
        </p:nvSpPr>
        <p:spPr>
          <a:xfrm>
            <a:off x="3276881" y="175131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36C048D5-0CD6-4A81-141D-C21B6F02FAAB}"/>
              </a:ext>
            </a:extLst>
          </p:cNvPr>
          <p:cNvSpPr/>
          <p:nvPr/>
        </p:nvSpPr>
        <p:spPr>
          <a:xfrm>
            <a:off x="3456881" y="175140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537F8830-203B-CE29-EA92-092FEE90F7C0}"/>
              </a:ext>
            </a:extLst>
          </p:cNvPr>
          <p:cNvSpPr/>
          <p:nvPr/>
        </p:nvSpPr>
        <p:spPr>
          <a:xfrm>
            <a:off x="3636881" y="175131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91206213-FCD7-3D88-7106-9D8048EEF370}"/>
              </a:ext>
            </a:extLst>
          </p:cNvPr>
          <p:cNvSpPr/>
          <p:nvPr/>
        </p:nvSpPr>
        <p:spPr>
          <a:xfrm>
            <a:off x="3276261" y="1031674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1290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7B297-B881-5933-904A-1F52C3400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矩形 127">
            <a:extLst>
              <a:ext uri="{FF2B5EF4-FFF2-40B4-BE49-F238E27FC236}">
                <a16:creationId xmlns:a16="http://schemas.microsoft.com/office/drawing/2014/main" id="{CCFE28C8-97C7-0A68-A7FF-CF84F1A60FA2}"/>
              </a:ext>
            </a:extLst>
          </p:cNvPr>
          <p:cNvSpPr/>
          <p:nvPr/>
        </p:nvSpPr>
        <p:spPr>
          <a:xfrm>
            <a:off x="982280" y="2169045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13117482-9A91-C8BF-9FD4-46FA28C6F3B1}"/>
              </a:ext>
            </a:extLst>
          </p:cNvPr>
          <p:cNvSpPr/>
          <p:nvPr/>
        </p:nvSpPr>
        <p:spPr>
          <a:xfrm>
            <a:off x="1162280" y="23494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8D01F54C-FDFA-CA69-3503-BC37107C3208}"/>
              </a:ext>
            </a:extLst>
          </p:cNvPr>
          <p:cNvSpPr/>
          <p:nvPr/>
        </p:nvSpPr>
        <p:spPr>
          <a:xfrm>
            <a:off x="1342280" y="234958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CEE9B581-DBAF-3454-DB8F-A96814FB11B6}"/>
              </a:ext>
            </a:extLst>
          </p:cNvPr>
          <p:cNvSpPr/>
          <p:nvPr/>
        </p:nvSpPr>
        <p:spPr>
          <a:xfrm>
            <a:off x="1522280" y="23494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27B0C08A-9F07-F352-F44A-B12EFB5C9FF7}"/>
              </a:ext>
            </a:extLst>
          </p:cNvPr>
          <p:cNvSpPr/>
          <p:nvPr/>
        </p:nvSpPr>
        <p:spPr>
          <a:xfrm>
            <a:off x="1162280" y="25294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7B8D1265-D7DB-5708-E092-2FECBECDF218}"/>
              </a:ext>
            </a:extLst>
          </p:cNvPr>
          <p:cNvSpPr/>
          <p:nvPr/>
        </p:nvSpPr>
        <p:spPr>
          <a:xfrm>
            <a:off x="1522280" y="25294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CAA7BEBA-D504-B378-8DD8-65D2ECC1E93C}"/>
              </a:ext>
            </a:extLst>
          </p:cNvPr>
          <p:cNvSpPr/>
          <p:nvPr/>
        </p:nvSpPr>
        <p:spPr>
          <a:xfrm>
            <a:off x="1162280" y="270940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358B2C37-FF01-BB6E-92E4-F572786300ED}"/>
              </a:ext>
            </a:extLst>
          </p:cNvPr>
          <p:cNvSpPr/>
          <p:nvPr/>
        </p:nvSpPr>
        <p:spPr>
          <a:xfrm>
            <a:off x="1522280" y="270940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7C16318E-97D9-C6E2-72FE-1116EB48A3AC}"/>
              </a:ext>
            </a:extLst>
          </p:cNvPr>
          <p:cNvSpPr/>
          <p:nvPr/>
        </p:nvSpPr>
        <p:spPr>
          <a:xfrm>
            <a:off x="1162280" y="288927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794B69A6-439A-76E0-22C9-2D749E84746A}"/>
              </a:ext>
            </a:extLst>
          </p:cNvPr>
          <p:cNvSpPr/>
          <p:nvPr/>
        </p:nvSpPr>
        <p:spPr>
          <a:xfrm>
            <a:off x="1522280" y="288940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1CB5081F-1D8A-DAF7-6DDA-523CE2CDC718}"/>
              </a:ext>
            </a:extLst>
          </p:cNvPr>
          <p:cNvSpPr/>
          <p:nvPr/>
        </p:nvSpPr>
        <p:spPr>
          <a:xfrm>
            <a:off x="1162280" y="306922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9DC56210-65BE-5A78-9811-0834F0CF79A0}"/>
              </a:ext>
            </a:extLst>
          </p:cNvPr>
          <p:cNvSpPr/>
          <p:nvPr/>
        </p:nvSpPr>
        <p:spPr>
          <a:xfrm>
            <a:off x="1342280" y="306931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F23DF8DB-8A5B-3F86-9E7A-B33227F71E91}"/>
              </a:ext>
            </a:extLst>
          </p:cNvPr>
          <p:cNvSpPr/>
          <p:nvPr/>
        </p:nvSpPr>
        <p:spPr>
          <a:xfrm>
            <a:off x="1706675" y="2169000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45ECD6D8-895D-8DC7-DBC5-D57BEC0C1633}"/>
              </a:ext>
            </a:extLst>
          </p:cNvPr>
          <p:cNvSpPr/>
          <p:nvPr/>
        </p:nvSpPr>
        <p:spPr>
          <a:xfrm>
            <a:off x="1886675" y="234954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E5EAD33B-471C-EFCB-200E-7F1B8B4180C3}"/>
              </a:ext>
            </a:extLst>
          </p:cNvPr>
          <p:cNvSpPr/>
          <p:nvPr/>
        </p:nvSpPr>
        <p:spPr>
          <a:xfrm>
            <a:off x="2066675" y="234963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CECF43A7-EBD0-82CE-8603-196519ED37C2}"/>
              </a:ext>
            </a:extLst>
          </p:cNvPr>
          <p:cNvSpPr/>
          <p:nvPr/>
        </p:nvSpPr>
        <p:spPr>
          <a:xfrm>
            <a:off x="2246675" y="234954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D7DD82B5-48E4-9865-A0D3-A95F6B34958C}"/>
              </a:ext>
            </a:extLst>
          </p:cNvPr>
          <p:cNvSpPr/>
          <p:nvPr/>
        </p:nvSpPr>
        <p:spPr>
          <a:xfrm>
            <a:off x="1886675" y="252954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B1184D4C-1AD1-5A15-31E5-499C0999F7F4}"/>
              </a:ext>
            </a:extLst>
          </p:cNvPr>
          <p:cNvSpPr/>
          <p:nvPr/>
        </p:nvSpPr>
        <p:spPr>
          <a:xfrm>
            <a:off x="2246675" y="252954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EC2720AB-4680-8AEB-3E79-5715AE35E5D3}"/>
              </a:ext>
            </a:extLst>
          </p:cNvPr>
          <p:cNvSpPr/>
          <p:nvPr/>
        </p:nvSpPr>
        <p:spPr>
          <a:xfrm>
            <a:off x="1886675" y="270945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09D0F2C8-FA50-6260-D01E-03DD3C0ED1D7}"/>
              </a:ext>
            </a:extLst>
          </p:cNvPr>
          <p:cNvSpPr/>
          <p:nvPr/>
        </p:nvSpPr>
        <p:spPr>
          <a:xfrm>
            <a:off x="2246675" y="270945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6241944C-5794-D508-46F1-4FBCFCF66B4F}"/>
              </a:ext>
            </a:extLst>
          </p:cNvPr>
          <p:cNvSpPr/>
          <p:nvPr/>
        </p:nvSpPr>
        <p:spPr>
          <a:xfrm>
            <a:off x="1886675" y="288945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04A52D1B-1A84-8C23-4322-5D08B842573C}"/>
              </a:ext>
            </a:extLst>
          </p:cNvPr>
          <p:cNvSpPr/>
          <p:nvPr/>
        </p:nvSpPr>
        <p:spPr>
          <a:xfrm>
            <a:off x="2246675" y="288945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0827BC00-A18F-66F1-D434-48C3139EF345}"/>
              </a:ext>
            </a:extLst>
          </p:cNvPr>
          <p:cNvSpPr/>
          <p:nvPr/>
        </p:nvSpPr>
        <p:spPr>
          <a:xfrm>
            <a:off x="1886675" y="306927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E7C54E87-6656-6E07-5DDC-1C9A592F8B0B}"/>
              </a:ext>
            </a:extLst>
          </p:cNvPr>
          <p:cNvSpPr/>
          <p:nvPr/>
        </p:nvSpPr>
        <p:spPr>
          <a:xfrm>
            <a:off x="2066675" y="306936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DFD3B66A-3A0C-D053-C34F-A58E21D8D51F}"/>
              </a:ext>
            </a:extLst>
          </p:cNvPr>
          <p:cNvSpPr/>
          <p:nvPr/>
        </p:nvSpPr>
        <p:spPr>
          <a:xfrm>
            <a:off x="2246675" y="306927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855312D1-212C-7C51-FF3B-4FE40068A225}"/>
              </a:ext>
            </a:extLst>
          </p:cNvPr>
          <p:cNvSpPr/>
          <p:nvPr/>
        </p:nvSpPr>
        <p:spPr>
          <a:xfrm>
            <a:off x="2422280" y="2169023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3509306E-02E9-9B7C-946C-2E8610A84E71}"/>
              </a:ext>
            </a:extLst>
          </p:cNvPr>
          <p:cNvSpPr/>
          <p:nvPr/>
        </p:nvSpPr>
        <p:spPr>
          <a:xfrm>
            <a:off x="2602280" y="2349203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75DB741A-B154-02F9-EF2A-2C5BD791F6DD}"/>
              </a:ext>
            </a:extLst>
          </p:cNvPr>
          <p:cNvSpPr/>
          <p:nvPr/>
        </p:nvSpPr>
        <p:spPr>
          <a:xfrm>
            <a:off x="2962280" y="2349203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573BAB7E-DCF0-9994-58A3-0187E36D5A5A}"/>
              </a:ext>
            </a:extLst>
          </p:cNvPr>
          <p:cNvSpPr/>
          <p:nvPr/>
        </p:nvSpPr>
        <p:spPr>
          <a:xfrm>
            <a:off x="2602280" y="2529203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36077E07-266D-9EAA-0AAA-1DF61F9E0D3E}"/>
              </a:ext>
            </a:extLst>
          </p:cNvPr>
          <p:cNvSpPr/>
          <p:nvPr/>
        </p:nvSpPr>
        <p:spPr>
          <a:xfrm>
            <a:off x="2962280" y="2529203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9B632610-9795-1DA8-0E93-3E38B01D87E4}"/>
              </a:ext>
            </a:extLst>
          </p:cNvPr>
          <p:cNvSpPr/>
          <p:nvPr/>
        </p:nvSpPr>
        <p:spPr>
          <a:xfrm>
            <a:off x="2602280" y="2709113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31DD7E99-CA76-925A-2723-96CBECCD72F0}"/>
              </a:ext>
            </a:extLst>
          </p:cNvPr>
          <p:cNvSpPr/>
          <p:nvPr/>
        </p:nvSpPr>
        <p:spPr>
          <a:xfrm>
            <a:off x="2962280" y="2709113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AACEBD69-8412-33B7-BD43-264F1EC3F328}"/>
              </a:ext>
            </a:extLst>
          </p:cNvPr>
          <p:cNvSpPr/>
          <p:nvPr/>
        </p:nvSpPr>
        <p:spPr>
          <a:xfrm>
            <a:off x="2602280" y="2889113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5E7F2FDE-089C-6397-469D-57A080EDE269}"/>
              </a:ext>
            </a:extLst>
          </p:cNvPr>
          <p:cNvSpPr/>
          <p:nvPr/>
        </p:nvSpPr>
        <p:spPr>
          <a:xfrm>
            <a:off x="2782280" y="2889203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9D17D678-AD67-E7A9-143E-0B5643C00C4E}"/>
              </a:ext>
            </a:extLst>
          </p:cNvPr>
          <p:cNvSpPr/>
          <p:nvPr/>
        </p:nvSpPr>
        <p:spPr>
          <a:xfrm>
            <a:off x="2962280" y="2889113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4D412C86-2360-DC3E-3B5B-475CC4F612AD}"/>
              </a:ext>
            </a:extLst>
          </p:cNvPr>
          <p:cNvSpPr/>
          <p:nvPr/>
        </p:nvSpPr>
        <p:spPr>
          <a:xfrm>
            <a:off x="2602280" y="3068933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E93E0F33-09A5-C021-1E37-AA24205CF7BD}"/>
              </a:ext>
            </a:extLst>
          </p:cNvPr>
          <p:cNvSpPr/>
          <p:nvPr/>
        </p:nvSpPr>
        <p:spPr>
          <a:xfrm>
            <a:off x="2782280" y="3069023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06A6F390-8B1A-1AE1-012D-7CBA89D3B3D2}"/>
              </a:ext>
            </a:extLst>
          </p:cNvPr>
          <p:cNvSpPr/>
          <p:nvPr/>
        </p:nvSpPr>
        <p:spPr>
          <a:xfrm>
            <a:off x="2962280" y="3068933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329E32BB-4CF5-283F-ADD1-44E9612DD2D0}"/>
              </a:ext>
            </a:extLst>
          </p:cNvPr>
          <p:cNvSpPr/>
          <p:nvPr/>
        </p:nvSpPr>
        <p:spPr>
          <a:xfrm>
            <a:off x="3146675" y="2169000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1ACA38CE-0007-8557-72F6-578FBB43398C}"/>
              </a:ext>
            </a:extLst>
          </p:cNvPr>
          <p:cNvSpPr/>
          <p:nvPr/>
        </p:nvSpPr>
        <p:spPr>
          <a:xfrm>
            <a:off x="3326675" y="234963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7A6CDEDA-D819-E31A-4AA4-EBF581F2AE00}"/>
              </a:ext>
            </a:extLst>
          </p:cNvPr>
          <p:cNvSpPr/>
          <p:nvPr/>
        </p:nvSpPr>
        <p:spPr>
          <a:xfrm>
            <a:off x="3506675" y="234972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CF35A395-6587-B4CD-B7BE-B53CC64D7BA1}"/>
              </a:ext>
            </a:extLst>
          </p:cNvPr>
          <p:cNvSpPr/>
          <p:nvPr/>
        </p:nvSpPr>
        <p:spPr>
          <a:xfrm>
            <a:off x="3686675" y="234963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8691A6DF-5A68-7350-F062-C8F24A059D40}"/>
              </a:ext>
            </a:extLst>
          </p:cNvPr>
          <p:cNvSpPr/>
          <p:nvPr/>
        </p:nvSpPr>
        <p:spPr>
          <a:xfrm>
            <a:off x="3326675" y="252963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C9739469-1E02-11B1-039D-81891E8E9763}"/>
              </a:ext>
            </a:extLst>
          </p:cNvPr>
          <p:cNvSpPr/>
          <p:nvPr/>
        </p:nvSpPr>
        <p:spPr>
          <a:xfrm>
            <a:off x="3686675" y="252963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5852CDA6-7462-E1DD-BE30-D358139ADA59}"/>
              </a:ext>
            </a:extLst>
          </p:cNvPr>
          <p:cNvSpPr/>
          <p:nvPr/>
        </p:nvSpPr>
        <p:spPr>
          <a:xfrm>
            <a:off x="3326675" y="270954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id="{3074B813-ED8D-C137-6B66-557E83CD902B}"/>
              </a:ext>
            </a:extLst>
          </p:cNvPr>
          <p:cNvSpPr/>
          <p:nvPr/>
        </p:nvSpPr>
        <p:spPr>
          <a:xfrm>
            <a:off x="3686675" y="270954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F61039A9-53DB-FD21-A893-9AC2485E8586}"/>
              </a:ext>
            </a:extLst>
          </p:cNvPr>
          <p:cNvSpPr/>
          <p:nvPr/>
        </p:nvSpPr>
        <p:spPr>
          <a:xfrm>
            <a:off x="3326675" y="288940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4493173F-55FE-AA9F-758B-CDE281B3F721}"/>
              </a:ext>
            </a:extLst>
          </p:cNvPr>
          <p:cNvSpPr/>
          <p:nvPr/>
        </p:nvSpPr>
        <p:spPr>
          <a:xfrm>
            <a:off x="3686675" y="288954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E06844DB-2CAE-2FFE-BA38-6C2C8043D195}"/>
              </a:ext>
            </a:extLst>
          </p:cNvPr>
          <p:cNvSpPr/>
          <p:nvPr/>
        </p:nvSpPr>
        <p:spPr>
          <a:xfrm>
            <a:off x="3326675" y="306936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5DF12E0B-1462-6299-3396-00EEDE5AF383}"/>
              </a:ext>
            </a:extLst>
          </p:cNvPr>
          <p:cNvSpPr/>
          <p:nvPr/>
        </p:nvSpPr>
        <p:spPr>
          <a:xfrm>
            <a:off x="3686675" y="306936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F3118D07-C13D-E603-FF11-7A517EE4D576}"/>
              </a:ext>
            </a:extLst>
          </p:cNvPr>
          <p:cNvSpPr/>
          <p:nvPr/>
        </p:nvSpPr>
        <p:spPr>
          <a:xfrm>
            <a:off x="982280" y="3608775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E67743A5-B66B-E227-0132-C6D5A5291981}"/>
              </a:ext>
            </a:extLst>
          </p:cNvPr>
          <p:cNvSpPr/>
          <p:nvPr/>
        </p:nvSpPr>
        <p:spPr>
          <a:xfrm>
            <a:off x="1162280" y="378886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1787D138-CF41-6F76-34DF-263CB539610F}"/>
              </a:ext>
            </a:extLst>
          </p:cNvPr>
          <p:cNvSpPr/>
          <p:nvPr/>
        </p:nvSpPr>
        <p:spPr>
          <a:xfrm>
            <a:off x="1162280" y="396886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72D754D8-91FD-6CF2-E52C-4496D1460FEC}"/>
              </a:ext>
            </a:extLst>
          </p:cNvPr>
          <p:cNvSpPr/>
          <p:nvPr/>
        </p:nvSpPr>
        <p:spPr>
          <a:xfrm>
            <a:off x="1162280" y="414877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B0C3CA34-57DC-A00C-34D0-24916CC63470}"/>
              </a:ext>
            </a:extLst>
          </p:cNvPr>
          <p:cNvSpPr/>
          <p:nvPr/>
        </p:nvSpPr>
        <p:spPr>
          <a:xfrm>
            <a:off x="1162280" y="432864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4F1F4F2C-641E-55A7-51BA-70750D3B2ADD}"/>
              </a:ext>
            </a:extLst>
          </p:cNvPr>
          <p:cNvSpPr/>
          <p:nvPr/>
        </p:nvSpPr>
        <p:spPr>
          <a:xfrm>
            <a:off x="1162280" y="45085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652B0FB2-1F63-33D1-7740-E90DC8F37AA3}"/>
              </a:ext>
            </a:extLst>
          </p:cNvPr>
          <p:cNvSpPr/>
          <p:nvPr/>
        </p:nvSpPr>
        <p:spPr>
          <a:xfrm>
            <a:off x="1342280" y="450868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29D01629-6574-7488-0DC1-A391AB3C1CD6}"/>
              </a:ext>
            </a:extLst>
          </p:cNvPr>
          <p:cNvSpPr/>
          <p:nvPr/>
        </p:nvSpPr>
        <p:spPr>
          <a:xfrm>
            <a:off x="1522280" y="45085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8203B36F-B2EC-AA49-8E02-96B808AF430A}"/>
              </a:ext>
            </a:extLst>
          </p:cNvPr>
          <p:cNvSpPr/>
          <p:nvPr/>
        </p:nvSpPr>
        <p:spPr>
          <a:xfrm>
            <a:off x="1702280" y="3608707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3A3BA91C-8739-2B5A-255E-90A888820CE5}"/>
              </a:ext>
            </a:extLst>
          </p:cNvPr>
          <p:cNvSpPr/>
          <p:nvPr/>
        </p:nvSpPr>
        <p:spPr>
          <a:xfrm>
            <a:off x="1882280" y="378895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ECE82491-9F4A-2515-3E3A-D34D0D9E0248}"/>
              </a:ext>
            </a:extLst>
          </p:cNvPr>
          <p:cNvSpPr/>
          <p:nvPr/>
        </p:nvSpPr>
        <p:spPr>
          <a:xfrm>
            <a:off x="2062280" y="378904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9" name="矩形 188">
            <a:extLst>
              <a:ext uri="{FF2B5EF4-FFF2-40B4-BE49-F238E27FC236}">
                <a16:creationId xmlns:a16="http://schemas.microsoft.com/office/drawing/2014/main" id="{743502B9-A569-9DF8-B222-1622F9CB6262}"/>
              </a:ext>
            </a:extLst>
          </p:cNvPr>
          <p:cNvSpPr/>
          <p:nvPr/>
        </p:nvSpPr>
        <p:spPr>
          <a:xfrm>
            <a:off x="2242280" y="378895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0" name="矩形 189">
            <a:extLst>
              <a:ext uri="{FF2B5EF4-FFF2-40B4-BE49-F238E27FC236}">
                <a16:creationId xmlns:a16="http://schemas.microsoft.com/office/drawing/2014/main" id="{B250BC20-F170-5365-EB58-75F409810C40}"/>
              </a:ext>
            </a:extLst>
          </p:cNvPr>
          <p:cNvSpPr/>
          <p:nvPr/>
        </p:nvSpPr>
        <p:spPr>
          <a:xfrm>
            <a:off x="1882280" y="396895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2DE293A1-FBEB-01C7-C2DD-63FC1ACE5477}"/>
              </a:ext>
            </a:extLst>
          </p:cNvPr>
          <p:cNvSpPr/>
          <p:nvPr/>
        </p:nvSpPr>
        <p:spPr>
          <a:xfrm>
            <a:off x="1882280" y="414886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2" name="矩形 191">
            <a:extLst>
              <a:ext uri="{FF2B5EF4-FFF2-40B4-BE49-F238E27FC236}">
                <a16:creationId xmlns:a16="http://schemas.microsoft.com/office/drawing/2014/main" id="{4EA187BE-55F5-9797-8C3F-489044AE2533}"/>
              </a:ext>
            </a:extLst>
          </p:cNvPr>
          <p:cNvSpPr/>
          <p:nvPr/>
        </p:nvSpPr>
        <p:spPr>
          <a:xfrm>
            <a:off x="2062280" y="414895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3" name="矩形 192">
            <a:extLst>
              <a:ext uri="{FF2B5EF4-FFF2-40B4-BE49-F238E27FC236}">
                <a16:creationId xmlns:a16="http://schemas.microsoft.com/office/drawing/2014/main" id="{7B592153-1B94-7C14-AB1B-A1EABD7442F4}"/>
              </a:ext>
            </a:extLst>
          </p:cNvPr>
          <p:cNvSpPr/>
          <p:nvPr/>
        </p:nvSpPr>
        <p:spPr>
          <a:xfrm>
            <a:off x="2242280" y="414886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4" name="矩形 193">
            <a:extLst>
              <a:ext uri="{FF2B5EF4-FFF2-40B4-BE49-F238E27FC236}">
                <a16:creationId xmlns:a16="http://schemas.microsoft.com/office/drawing/2014/main" id="{FCDC32BA-A7E3-51BA-D4DD-F18A92887F5D}"/>
              </a:ext>
            </a:extLst>
          </p:cNvPr>
          <p:cNvSpPr/>
          <p:nvPr/>
        </p:nvSpPr>
        <p:spPr>
          <a:xfrm>
            <a:off x="1882280" y="432886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20607BCE-4AC5-EB71-8419-88EF02E7421A}"/>
              </a:ext>
            </a:extLst>
          </p:cNvPr>
          <p:cNvSpPr/>
          <p:nvPr/>
        </p:nvSpPr>
        <p:spPr>
          <a:xfrm>
            <a:off x="1882280" y="450868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6" name="矩形 195">
            <a:extLst>
              <a:ext uri="{FF2B5EF4-FFF2-40B4-BE49-F238E27FC236}">
                <a16:creationId xmlns:a16="http://schemas.microsoft.com/office/drawing/2014/main" id="{A12210B2-DF1B-553E-C77D-469F3981936C}"/>
              </a:ext>
            </a:extLst>
          </p:cNvPr>
          <p:cNvSpPr/>
          <p:nvPr/>
        </p:nvSpPr>
        <p:spPr>
          <a:xfrm>
            <a:off x="2062280" y="450877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7" name="矩形 196">
            <a:extLst>
              <a:ext uri="{FF2B5EF4-FFF2-40B4-BE49-F238E27FC236}">
                <a16:creationId xmlns:a16="http://schemas.microsoft.com/office/drawing/2014/main" id="{ACBFD820-C696-8BC7-6374-D0605B4F85CA}"/>
              </a:ext>
            </a:extLst>
          </p:cNvPr>
          <p:cNvSpPr/>
          <p:nvPr/>
        </p:nvSpPr>
        <p:spPr>
          <a:xfrm>
            <a:off x="2242280" y="450868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8" name="矩形 197">
            <a:extLst>
              <a:ext uri="{FF2B5EF4-FFF2-40B4-BE49-F238E27FC236}">
                <a16:creationId xmlns:a16="http://schemas.microsoft.com/office/drawing/2014/main" id="{FF0940C8-614D-6A87-FCF9-9BFB72D3CF40}"/>
              </a:ext>
            </a:extLst>
          </p:cNvPr>
          <p:cNvSpPr/>
          <p:nvPr/>
        </p:nvSpPr>
        <p:spPr>
          <a:xfrm>
            <a:off x="2422280" y="3608730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0E5B4B49-B9A1-6322-95C8-C51C31A76FE9}"/>
              </a:ext>
            </a:extLst>
          </p:cNvPr>
          <p:cNvSpPr/>
          <p:nvPr/>
        </p:nvSpPr>
        <p:spPr>
          <a:xfrm>
            <a:off x="2602280" y="378882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0" name="矩形 199">
            <a:extLst>
              <a:ext uri="{FF2B5EF4-FFF2-40B4-BE49-F238E27FC236}">
                <a16:creationId xmlns:a16="http://schemas.microsoft.com/office/drawing/2014/main" id="{AEAAA8C3-2999-36DF-C1CC-0FC4367BE16D}"/>
              </a:ext>
            </a:extLst>
          </p:cNvPr>
          <p:cNvSpPr/>
          <p:nvPr/>
        </p:nvSpPr>
        <p:spPr>
          <a:xfrm>
            <a:off x="2782280" y="378891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90D0E101-FFC8-073C-64F3-007BBC296468}"/>
              </a:ext>
            </a:extLst>
          </p:cNvPr>
          <p:cNvSpPr/>
          <p:nvPr/>
        </p:nvSpPr>
        <p:spPr>
          <a:xfrm>
            <a:off x="2962280" y="378882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C0DD0C76-8BA9-BE4F-B2E4-E5297D7CB8A7}"/>
              </a:ext>
            </a:extLst>
          </p:cNvPr>
          <p:cNvSpPr/>
          <p:nvPr/>
        </p:nvSpPr>
        <p:spPr>
          <a:xfrm>
            <a:off x="2602280" y="396882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9C767D35-1DA6-6D09-86FB-2C96351424A4}"/>
              </a:ext>
            </a:extLst>
          </p:cNvPr>
          <p:cNvSpPr/>
          <p:nvPr/>
        </p:nvSpPr>
        <p:spPr>
          <a:xfrm>
            <a:off x="2602280" y="414873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ECA15BE6-918B-241D-41A4-932DB2AAEA0A}"/>
              </a:ext>
            </a:extLst>
          </p:cNvPr>
          <p:cNvSpPr/>
          <p:nvPr/>
        </p:nvSpPr>
        <p:spPr>
          <a:xfrm>
            <a:off x="2782280" y="414882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5" name="矩形 204">
            <a:extLst>
              <a:ext uri="{FF2B5EF4-FFF2-40B4-BE49-F238E27FC236}">
                <a16:creationId xmlns:a16="http://schemas.microsoft.com/office/drawing/2014/main" id="{11DBE80A-D8EC-BB8D-8725-20F59C89A3A1}"/>
              </a:ext>
            </a:extLst>
          </p:cNvPr>
          <p:cNvSpPr/>
          <p:nvPr/>
        </p:nvSpPr>
        <p:spPr>
          <a:xfrm>
            <a:off x="2962280" y="414873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6" name="矩形 205">
            <a:extLst>
              <a:ext uri="{FF2B5EF4-FFF2-40B4-BE49-F238E27FC236}">
                <a16:creationId xmlns:a16="http://schemas.microsoft.com/office/drawing/2014/main" id="{BD5A378D-D060-1D41-8FC5-4AFE2B6E14E8}"/>
              </a:ext>
            </a:extLst>
          </p:cNvPr>
          <p:cNvSpPr/>
          <p:nvPr/>
        </p:nvSpPr>
        <p:spPr>
          <a:xfrm>
            <a:off x="2602280" y="43285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7" name="矩形 206">
            <a:extLst>
              <a:ext uri="{FF2B5EF4-FFF2-40B4-BE49-F238E27FC236}">
                <a16:creationId xmlns:a16="http://schemas.microsoft.com/office/drawing/2014/main" id="{1C07346B-CB9C-7E65-EF89-D8CCCC027DDC}"/>
              </a:ext>
            </a:extLst>
          </p:cNvPr>
          <p:cNvSpPr/>
          <p:nvPr/>
        </p:nvSpPr>
        <p:spPr>
          <a:xfrm>
            <a:off x="2602280" y="450855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3" name="矩形 212">
            <a:extLst>
              <a:ext uri="{FF2B5EF4-FFF2-40B4-BE49-F238E27FC236}">
                <a16:creationId xmlns:a16="http://schemas.microsoft.com/office/drawing/2014/main" id="{4F4CA53F-6701-F6F2-0A17-CD01DD2D4714}"/>
              </a:ext>
            </a:extLst>
          </p:cNvPr>
          <p:cNvSpPr/>
          <p:nvPr/>
        </p:nvSpPr>
        <p:spPr>
          <a:xfrm>
            <a:off x="3142280" y="3608955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4" name="矩形 213">
            <a:extLst>
              <a:ext uri="{FF2B5EF4-FFF2-40B4-BE49-F238E27FC236}">
                <a16:creationId xmlns:a16="http://schemas.microsoft.com/office/drawing/2014/main" id="{4E3134A3-081E-89D3-8DE0-6145E56A4553}"/>
              </a:ext>
            </a:extLst>
          </p:cNvPr>
          <p:cNvSpPr/>
          <p:nvPr/>
        </p:nvSpPr>
        <p:spPr>
          <a:xfrm>
            <a:off x="3323517" y="378886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5" name="矩形 214">
            <a:extLst>
              <a:ext uri="{FF2B5EF4-FFF2-40B4-BE49-F238E27FC236}">
                <a16:creationId xmlns:a16="http://schemas.microsoft.com/office/drawing/2014/main" id="{31F6B394-25A1-EDDD-1BBE-DA52588919C9}"/>
              </a:ext>
            </a:extLst>
          </p:cNvPr>
          <p:cNvSpPr/>
          <p:nvPr/>
        </p:nvSpPr>
        <p:spPr>
          <a:xfrm>
            <a:off x="3503517" y="378895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6" name="矩形 215">
            <a:extLst>
              <a:ext uri="{FF2B5EF4-FFF2-40B4-BE49-F238E27FC236}">
                <a16:creationId xmlns:a16="http://schemas.microsoft.com/office/drawing/2014/main" id="{C9173A97-B29A-C173-D7B2-96A57EF670C3}"/>
              </a:ext>
            </a:extLst>
          </p:cNvPr>
          <p:cNvSpPr/>
          <p:nvPr/>
        </p:nvSpPr>
        <p:spPr>
          <a:xfrm>
            <a:off x="3683517" y="378886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7" name="矩形 216">
            <a:extLst>
              <a:ext uri="{FF2B5EF4-FFF2-40B4-BE49-F238E27FC236}">
                <a16:creationId xmlns:a16="http://schemas.microsoft.com/office/drawing/2014/main" id="{945ED59B-5774-03A4-A341-8425C02ECCF6}"/>
              </a:ext>
            </a:extLst>
          </p:cNvPr>
          <p:cNvSpPr/>
          <p:nvPr/>
        </p:nvSpPr>
        <p:spPr>
          <a:xfrm>
            <a:off x="3503517" y="396895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8" name="矩形 217">
            <a:extLst>
              <a:ext uri="{FF2B5EF4-FFF2-40B4-BE49-F238E27FC236}">
                <a16:creationId xmlns:a16="http://schemas.microsoft.com/office/drawing/2014/main" id="{3023EA8C-F990-4818-7EED-B88937CF0E85}"/>
              </a:ext>
            </a:extLst>
          </p:cNvPr>
          <p:cNvSpPr/>
          <p:nvPr/>
        </p:nvSpPr>
        <p:spPr>
          <a:xfrm>
            <a:off x="3503517" y="414886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9" name="矩形 218">
            <a:extLst>
              <a:ext uri="{FF2B5EF4-FFF2-40B4-BE49-F238E27FC236}">
                <a16:creationId xmlns:a16="http://schemas.microsoft.com/office/drawing/2014/main" id="{70FA8262-D47F-48F2-7E81-5341B394D51A}"/>
              </a:ext>
            </a:extLst>
          </p:cNvPr>
          <p:cNvSpPr/>
          <p:nvPr/>
        </p:nvSpPr>
        <p:spPr>
          <a:xfrm>
            <a:off x="3503517" y="432886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0" name="矩形 219">
            <a:extLst>
              <a:ext uri="{FF2B5EF4-FFF2-40B4-BE49-F238E27FC236}">
                <a16:creationId xmlns:a16="http://schemas.microsoft.com/office/drawing/2014/main" id="{FFF8E498-0446-CB04-BC75-18F44FB98EF3}"/>
              </a:ext>
            </a:extLst>
          </p:cNvPr>
          <p:cNvSpPr/>
          <p:nvPr/>
        </p:nvSpPr>
        <p:spPr>
          <a:xfrm>
            <a:off x="3503517" y="450868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1" name="矩形 220">
            <a:extLst>
              <a:ext uri="{FF2B5EF4-FFF2-40B4-BE49-F238E27FC236}">
                <a16:creationId xmlns:a16="http://schemas.microsoft.com/office/drawing/2014/main" id="{78F62E3C-E161-6F64-192F-7391ABE6597E}"/>
              </a:ext>
            </a:extLst>
          </p:cNvPr>
          <p:cNvSpPr/>
          <p:nvPr/>
        </p:nvSpPr>
        <p:spPr>
          <a:xfrm>
            <a:off x="982280" y="5048505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2" name="矩形 221">
            <a:extLst>
              <a:ext uri="{FF2B5EF4-FFF2-40B4-BE49-F238E27FC236}">
                <a16:creationId xmlns:a16="http://schemas.microsoft.com/office/drawing/2014/main" id="{1EFFF9AD-6437-A41C-BDC8-1AF08A8B009F}"/>
              </a:ext>
            </a:extLst>
          </p:cNvPr>
          <p:cNvSpPr/>
          <p:nvPr/>
        </p:nvSpPr>
        <p:spPr>
          <a:xfrm>
            <a:off x="1162280" y="52285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3" name="矩形 222">
            <a:extLst>
              <a:ext uri="{FF2B5EF4-FFF2-40B4-BE49-F238E27FC236}">
                <a16:creationId xmlns:a16="http://schemas.microsoft.com/office/drawing/2014/main" id="{69C71ED4-0E2E-2375-0965-229C36AE462E}"/>
              </a:ext>
            </a:extLst>
          </p:cNvPr>
          <p:cNvSpPr/>
          <p:nvPr/>
        </p:nvSpPr>
        <p:spPr>
          <a:xfrm>
            <a:off x="1342280" y="522868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4" name="矩形 223">
            <a:extLst>
              <a:ext uri="{FF2B5EF4-FFF2-40B4-BE49-F238E27FC236}">
                <a16:creationId xmlns:a16="http://schemas.microsoft.com/office/drawing/2014/main" id="{F869518A-A926-45C2-C0D4-AF16384C6AD0}"/>
              </a:ext>
            </a:extLst>
          </p:cNvPr>
          <p:cNvSpPr/>
          <p:nvPr/>
        </p:nvSpPr>
        <p:spPr>
          <a:xfrm>
            <a:off x="1522280" y="52285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5" name="矩形 224">
            <a:extLst>
              <a:ext uri="{FF2B5EF4-FFF2-40B4-BE49-F238E27FC236}">
                <a16:creationId xmlns:a16="http://schemas.microsoft.com/office/drawing/2014/main" id="{BA3A359A-E1C0-6078-CA48-BD4CBED6DA66}"/>
              </a:ext>
            </a:extLst>
          </p:cNvPr>
          <p:cNvSpPr/>
          <p:nvPr/>
        </p:nvSpPr>
        <p:spPr>
          <a:xfrm>
            <a:off x="1162280" y="54085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矩形 225">
            <a:extLst>
              <a:ext uri="{FF2B5EF4-FFF2-40B4-BE49-F238E27FC236}">
                <a16:creationId xmlns:a16="http://schemas.microsoft.com/office/drawing/2014/main" id="{0E02AA1B-1728-B43D-8567-C638DA8BC992}"/>
              </a:ext>
            </a:extLst>
          </p:cNvPr>
          <p:cNvSpPr/>
          <p:nvPr/>
        </p:nvSpPr>
        <p:spPr>
          <a:xfrm>
            <a:off x="1522280" y="54085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7" name="矩形 226">
            <a:extLst>
              <a:ext uri="{FF2B5EF4-FFF2-40B4-BE49-F238E27FC236}">
                <a16:creationId xmlns:a16="http://schemas.microsoft.com/office/drawing/2014/main" id="{ACDFB134-286A-D669-8649-51DCC4C4B6BF}"/>
              </a:ext>
            </a:extLst>
          </p:cNvPr>
          <p:cNvSpPr/>
          <p:nvPr/>
        </p:nvSpPr>
        <p:spPr>
          <a:xfrm>
            <a:off x="1162280" y="558850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8" name="矩形 227">
            <a:extLst>
              <a:ext uri="{FF2B5EF4-FFF2-40B4-BE49-F238E27FC236}">
                <a16:creationId xmlns:a16="http://schemas.microsoft.com/office/drawing/2014/main" id="{4A3E406A-ECEE-3CFB-ABC5-76294FDC87DE}"/>
              </a:ext>
            </a:extLst>
          </p:cNvPr>
          <p:cNvSpPr/>
          <p:nvPr/>
        </p:nvSpPr>
        <p:spPr>
          <a:xfrm>
            <a:off x="1342280" y="55885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9" name="矩形 228">
            <a:extLst>
              <a:ext uri="{FF2B5EF4-FFF2-40B4-BE49-F238E27FC236}">
                <a16:creationId xmlns:a16="http://schemas.microsoft.com/office/drawing/2014/main" id="{80288E28-F580-5D14-6732-CE9D9D7AA1F7}"/>
              </a:ext>
            </a:extLst>
          </p:cNvPr>
          <p:cNvSpPr/>
          <p:nvPr/>
        </p:nvSpPr>
        <p:spPr>
          <a:xfrm>
            <a:off x="1162280" y="576837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0" name="矩形 229">
            <a:extLst>
              <a:ext uri="{FF2B5EF4-FFF2-40B4-BE49-F238E27FC236}">
                <a16:creationId xmlns:a16="http://schemas.microsoft.com/office/drawing/2014/main" id="{9DB89426-AEA1-0868-79D3-8462C620B4B8}"/>
              </a:ext>
            </a:extLst>
          </p:cNvPr>
          <p:cNvSpPr/>
          <p:nvPr/>
        </p:nvSpPr>
        <p:spPr>
          <a:xfrm>
            <a:off x="1522280" y="576850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1" name="矩形 230">
            <a:extLst>
              <a:ext uri="{FF2B5EF4-FFF2-40B4-BE49-F238E27FC236}">
                <a16:creationId xmlns:a16="http://schemas.microsoft.com/office/drawing/2014/main" id="{29262AAE-793A-5EE8-5915-E3E7E8B74C0F}"/>
              </a:ext>
            </a:extLst>
          </p:cNvPr>
          <p:cNvSpPr/>
          <p:nvPr/>
        </p:nvSpPr>
        <p:spPr>
          <a:xfrm>
            <a:off x="1162280" y="594832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2" name="矩形 231">
            <a:extLst>
              <a:ext uri="{FF2B5EF4-FFF2-40B4-BE49-F238E27FC236}">
                <a16:creationId xmlns:a16="http://schemas.microsoft.com/office/drawing/2014/main" id="{B8548EB7-206D-2DB9-3313-CF3359D822A3}"/>
              </a:ext>
            </a:extLst>
          </p:cNvPr>
          <p:cNvSpPr/>
          <p:nvPr/>
        </p:nvSpPr>
        <p:spPr>
          <a:xfrm>
            <a:off x="1522280" y="594832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3" name="矩形 232">
            <a:extLst>
              <a:ext uri="{FF2B5EF4-FFF2-40B4-BE49-F238E27FC236}">
                <a16:creationId xmlns:a16="http://schemas.microsoft.com/office/drawing/2014/main" id="{39B8C980-D282-F8FA-65EF-060345AB4584}"/>
              </a:ext>
            </a:extLst>
          </p:cNvPr>
          <p:cNvSpPr/>
          <p:nvPr/>
        </p:nvSpPr>
        <p:spPr>
          <a:xfrm>
            <a:off x="1702280" y="5048505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4" name="矩形 233">
            <a:extLst>
              <a:ext uri="{FF2B5EF4-FFF2-40B4-BE49-F238E27FC236}">
                <a16:creationId xmlns:a16="http://schemas.microsoft.com/office/drawing/2014/main" id="{D081AF0B-0758-405B-DC32-6293B40DF26D}"/>
              </a:ext>
            </a:extLst>
          </p:cNvPr>
          <p:cNvSpPr/>
          <p:nvPr/>
        </p:nvSpPr>
        <p:spPr>
          <a:xfrm>
            <a:off x="1882280" y="522886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5" name="矩形 234">
            <a:extLst>
              <a:ext uri="{FF2B5EF4-FFF2-40B4-BE49-F238E27FC236}">
                <a16:creationId xmlns:a16="http://schemas.microsoft.com/office/drawing/2014/main" id="{64167018-DB3B-BF84-D956-D2C0DDCBCF94}"/>
              </a:ext>
            </a:extLst>
          </p:cNvPr>
          <p:cNvSpPr/>
          <p:nvPr/>
        </p:nvSpPr>
        <p:spPr>
          <a:xfrm>
            <a:off x="2062280" y="522895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6" name="矩形 235">
            <a:extLst>
              <a:ext uri="{FF2B5EF4-FFF2-40B4-BE49-F238E27FC236}">
                <a16:creationId xmlns:a16="http://schemas.microsoft.com/office/drawing/2014/main" id="{3404A35E-45CA-0512-D7C2-3868D214D6DC}"/>
              </a:ext>
            </a:extLst>
          </p:cNvPr>
          <p:cNvSpPr/>
          <p:nvPr/>
        </p:nvSpPr>
        <p:spPr>
          <a:xfrm>
            <a:off x="2242280" y="522886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7" name="矩形 236">
            <a:extLst>
              <a:ext uri="{FF2B5EF4-FFF2-40B4-BE49-F238E27FC236}">
                <a16:creationId xmlns:a16="http://schemas.microsoft.com/office/drawing/2014/main" id="{981F3C56-2D46-498F-2BEA-CEC69D08C5B1}"/>
              </a:ext>
            </a:extLst>
          </p:cNvPr>
          <p:cNvSpPr/>
          <p:nvPr/>
        </p:nvSpPr>
        <p:spPr>
          <a:xfrm>
            <a:off x="2062280" y="540895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8" name="矩形 237">
            <a:extLst>
              <a:ext uri="{FF2B5EF4-FFF2-40B4-BE49-F238E27FC236}">
                <a16:creationId xmlns:a16="http://schemas.microsoft.com/office/drawing/2014/main" id="{2B085304-20C7-ED85-883E-F480F9AD455B}"/>
              </a:ext>
            </a:extLst>
          </p:cNvPr>
          <p:cNvSpPr/>
          <p:nvPr/>
        </p:nvSpPr>
        <p:spPr>
          <a:xfrm>
            <a:off x="2062280" y="558886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矩形 238">
            <a:extLst>
              <a:ext uri="{FF2B5EF4-FFF2-40B4-BE49-F238E27FC236}">
                <a16:creationId xmlns:a16="http://schemas.microsoft.com/office/drawing/2014/main" id="{D2AD64E1-0D3D-4B50-D396-C772F4D8CB70}"/>
              </a:ext>
            </a:extLst>
          </p:cNvPr>
          <p:cNvSpPr/>
          <p:nvPr/>
        </p:nvSpPr>
        <p:spPr>
          <a:xfrm>
            <a:off x="2062280" y="576886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0" name="矩形 239">
            <a:extLst>
              <a:ext uri="{FF2B5EF4-FFF2-40B4-BE49-F238E27FC236}">
                <a16:creationId xmlns:a16="http://schemas.microsoft.com/office/drawing/2014/main" id="{35EF2A40-53A4-CBFB-340A-1E17025AD8AD}"/>
              </a:ext>
            </a:extLst>
          </p:cNvPr>
          <p:cNvSpPr/>
          <p:nvPr/>
        </p:nvSpPr>
        <p:spPr>
          <a:xfrm>
            <a:off x="1882280" y="59485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1" name="矩形 240">
            <a:extLst>
              <a:ext uri="{FF2B5EF4-FFF2-40B4-BE49-F238E27FC236}">
                <a16:creationId xmlns:a16="http://schemas.microsoft.com/office/drawing/2014/main" id="{936F206F-1202-559E-E996-B01468FC018D}"/>
              </a:ext>
            </a:extLst>
          </p:cNvPr>
          <p:cNvSpPr/>
          <p:nvPr/>
        </p:nvSpPr>
        <p:spPr>
          <a:xfrm>
            <a:off x="2062280" y="594868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2" name="矩形 241">
            <a:extLst>
              <a:ext uri="{FF2B5EF4-FFF2-40B4-BE49-F238E27FC236}">
                <a16:creationId xmlns:a16="http://schemas.microsoft.com/office/drawing/2014/main" id="{6AA21961-AB73-2162-ACBC-35C9809A3512}"/>
              </a:ext>
            </a:extLst>
          </p:cNvPr>
          <p:cNvSpPr/>
          <p:nvPr/>
        </p:nvSpPr>
        <p:spPr>
          <a:xfrm>
            <a:off x="2242280" y="594859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3" name="矩形 242">
            <a:extLst>
              <a:ext uri="{FF2B5EF4-FFF2-40B4-BE49-F238E27FC236}">
                <a16:creationId xmlns:a16="http://schemas.microsoft.com/office/drawing/2014/main" id="{58587BFA-9292-6E0E-E674-78A107BEC815}"/>
              </a:ext>
            </a:extLst>
          </p:cNvPr>
          <p:cNvSpPr/>
          <p:nvPr/>
        </p:nvSpPr>
        <p:spPr>
          <a:xfrm>
            <a:off x="2422280" y="5048369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4" name="矩形 243">
            <a:extLst>
              <a:ext uri="{FF2B5EF4-FFF2-40B4-BE49-F238E27FC236}">
                <a16:creationId xmlns:a16="http://schemas.microsoft.com/office/drawing/2014/main" id="{B334290D-D381-1639-BD0F-F31940B1B5CC}"/>
              </a:ext>
            </a:extLst>
          </p:cNvPr>
          <p:cNvSpPr/>
          <p:nvPr/>
        </p:nvSpPr>
        <p:spPr>
          <a:xfrm>
            <a:off x="2602280" y="5228369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矩形 244">
            <a:extLst>
              <a:ext uri="{FF2B5EF4-FFF2-40B4-BE49-F238E27FC236}">
                <a16:creationId xmlns:a16="http://schemas.microsoft.com/office/drawing/2014/main" id="{1783EE47-BAB8-5E42-F4D0-75FF2E7A054D}"/>
              </a:ext>
            </a:extLst>
          </p:cNvPr>
          <p:cNvSpPr/>
          <p:nvPr/>
        </p:nvSpPr>
        <p:spPr>
          <a:xfrm>
            <a:off x="2782280" y="5228459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矩形 245">
            <a:extLst>
              <a:ext uri="{FF2B5EF4-FFF2-40B4-BE49-F238E27FC236}">
                <a16:creationId xmlns:a16="http://schemas.microsoft.com/office/drawing/2014/main" id="{23A48A56-E14E-0BDD-2AFC-BEB7E86E7A5F}"/>
              </a:ext>
            </a:extLst>
          </p:cNvPr>
          <p:cNvSpPr/>
          <p:nvPr/>
        </p:nvSpPr>
        <p:spPr>
          <a:xfrm>
            <a:off x="2962280" y="5228369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7" name="矩形 246">
            <a:extLst>
              <a:ext uri="{FF2B5EF4-FFF2-40B4-BE49-F238E27FC236}">
                <a16:creationId xmlns:a16="http://schemas.microsoft.com/office/drawing/2014/main" id="{B4FFEB44-9271-DC22-9B52-A506FFCA655A}"/>
              </a:ext>
            </a:extLst>
          </p:cNvPr>
          <p:cNvSpPr/>
          <p:nvPr/>
        </p:nvSpPr>
        <p:spPr>
          <a:xfrm>
            <a:off x="2602280" y="5408369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矩形 247">
            <a:extLst>
              <a:ext uri="{FF2B5EF4-FFF2-40B4-BE49-F238E27FC236}">
                <a16:creationId xmlns:a16="http://schemas.microsoft.com/office/drawing/2014/main" id="{7BE6874F-79DA-95D0-EAAD-AB7A2B6BDC96}"/>
              </a:ext>
            </a:extLst>
          </p:cNvPr>
          <p:cNvSpPr/>
          <p:nvPr/>
        </p:nvSpPr>
        <p:spPr>
          <a:xfrm>
            <a:off x="2602280" y="5588279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9" name="矩形 248">
            <a:extLst>
              <a:ext uri="{FF2B5EF4-FFF2-40B4-BE49-F238E27FC236}">
                <a16:creationId xmlns:a16="http://schemas.microsoft.com/office/drawing/2014/main" id="{71ECA3CA-23BD-E959-35F6-B9A38E94841D}"/>
              </a:ext>
            </a:extLst>
          </p:cNvPr>
          <p:cNvSpPr/>
          <p:nvPr/>
        </p:nvSpPr>
        <p:spPr>
          <a:xfrm>
            <a:off x="2602280" y="5768279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0" name="矩形 249">
            <a:extLst>
              <a:ext uri="{FF2B5EF4-FFF2-40B4-BE49-F238E27FC236}">
                <a16:creationId xmlns:a16="http://schemas.microsoft.com/office/drawing/2014/main" id="{FF466F24-B466-0502-914E-FE992ECBB160}"/>
              </a:ext>
            </a:extLst>
          </p:cNvPr>
          <p:cNvSpPr/>
          <p:nvPr/>
        </p:nvSpPr>
        <p:spPr>
          <a:xfrm>
            <a:off x="2962280" y="5768279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1" name="矩形 250">
            <a:extLst>
              <a:ext uri="{FF2B5EF4-FFF2-40B4-BE49-F238E27FC236}">
                <a16:creationId xmlns:a16="http://schemas.microsoft.com/office/drawing/2014/main" id="{7EE24D4D-7FD6-E4EF-EEE3-3590A92691FE}"/>
              </a:ext>
            </a:extLst>
          </p:cNvPr>
          <p:cNvSpPr/>
          <p:nvPr/>
        </p:nvSpPr>
        <p:spPr>
          <a:xfrm>
            <a:off x="2602280" y="5948099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2" name="矩形 251">
            <a:extLst>
              <a:ext uri="{FF2B5EF4-FFF2-40B4-BE49-F238E27FC236}">
                <a16:creationId xmlns:a16="http://schemas.microsoft.com/office/drawing/2014/main" id="{A8C6A8CA-EFEC-C85C-D691-30A75413FA71}"/>
              </a:ext>
            </a:extLst>
          </p:cNvPr>
          <p:cNvSpPr/>
          <p:nvPr/>
        </p:nvSpPr>
        <p:spPr>
          <a:xfrm>
            <a:off x="2782280" y="5948189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3" name="矩形 252">
            <a:extLst>
              <a:ext uri="{FF2B5EF4-FFF2-40B4-BE49-F238E27FC236}">
                <a16:creationId xmlns:a16="http://schemas.microsoft.com/office/drawing/2014/main" id="{56FE4C2A-6D64-6DB6-A41A-2DF8CCF3B6FD}"/>
              </a:ext>
            </a:extLst>
          </p:cNvPr>
          <p:cNvSpPr/>
          <p:nvPr/>
        </p:nvSpPr>
        <p:spPr>
          <a:xfrm>
            <a:off x="2962280" y="5948099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矩形 265">
            <a:extLst>
              <a:ext uri="{FF2B5EF4-FFF2-40B4-BE49-F238E27FC236}">
                <a16:creationId xmlns:a16="http://schemas.microsoft.com/office/drawing/2014/main" id="{7CE89EBA-1A15-F3AC-C844-22DFE7C023E9}"/>
              </a:ext>
            </a:extLst>
          </p:cNvPr>
          <p:cNvSpPr/>
          <p:nvPr/>
        </p:nvSpPr>
        <p:spPr>
          <a:xfrm>
            <a:off x="3146675" y="5048437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7" name="矩形 266">
            <a:extLst>
              <a:ext uri="{FF2B5EF4-FFF2-40B4-BE49-F238E27FC236}">
                <a16:creationId xmlns:a16="http://schemas.microsoft.com/office/drawing/2014/main" id="{797755EA-88A2-C832-4F00-0EFF89F3FCF2}"/>
              </a:ext>
            </a:extLst>
          </p:cNvPr>
          <p:cNvSpPr/>
          <p:nvPr/>
        </p:nvSpPr>
        <p:spPr>
          <a:xfrm>
            <a:off x="3329147" y="522834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8" name="矩形 267">
            <a:extLst>
              <a:ext uri="{FF2B5EF4-FFF2-40B4-BE49-F238E27FC236}">
                <a16:creationId xmlns:a16="http://schemas.microsoft.com/office/drawing/2014/main" id="{2096C361-E2F7-A8F3-813D-E7D9CCEA6E84}"/>
              </a:ext>
            </a:extLst>
          </p:cNvPr>
          <p:cNvSpPr/>
          <p:nvPr/>
        </p:nvSpPr>
        <p:spPr>
          <a:xfrm>
            <a:off x="3689147" y="522834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9" name="矩形 268">
            <a:extLst>
              <a:ext uri="{FF2B5EF4-FFF2-40B4-BE49-F238E27FC236}">
                <a16:creationId xmlns:a16="http://schemas.microsoft.com/office/drawing/2014/main" id="{AA5AD123-01D2-CFAF-B3DF-DC7BCAF047BF}"/>
              </a:ext>
            </a:extLst>
          </p:cNvPr>
          <p:cNvSpPr/>
          <p:nvPr/>
        </p:nvSpPr>
        <p:spPr>
          <a:xfrm>
            <a:off x="3329147" y="540834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0" name="矩形 269">
            <a:extLst>
              <a:ext uri="{FF2B5EF4-FFF2-40B4-BE49-F238E27FC236}">
                <a16:creationId xmlns:a16="http://schemas.microsoft.com/office/drawing/2014/main" id="{5D60FADF-8B7A-2FCE-806A-0B594A7AA65B}"/>
              </a:ext>
            </a:extLst>
          </p:cNvPr>
          <p:cNvSpPr/>
          <p:nvPr/>
        </p:nvSpPr>
        <p:spPr>
          <a:xfrm>
            <a:off x="3689147" y="540834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1" name="矩形 270">
            <a:extLst>
              <a:ext uri="{FF2B5EF4-FFF2-40B4-BE49-F238E27FC236}">
                <a16:creationId xmlns:a16="http://schemas.microsoft.com/office/drawing/2014/main" id="{E4F87375-F002-0B45-1534-FA3DD4ED23AF}"/>
              </a:ext>
            </a:extLst>
          </p:cNvPr>
          <p:cNvSpPr/>
          <p:nvPr/>
        </p:nvSpPr>
        <p:spPr>
          <a:xfrm>
            <a:off x="3329147" y="558825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2" name="矩形 271">
            <a:extLst>
              <a:ext uri="{FF2B5EF4-FFF2-40B4-BE49-F238E27FC236}">
                <a16:creationId xmlns:a16="http://schemas.microsoft.com/office/drawing/2014/main" id="{DD63358D-654F-717C-E43C-D0B16B1E75B4}"/>
              </a:ext>
            </a:extLst>
          </p:cNvPr>
          <p:cNvSpPr/>
          <p:nvPr/>
        </p:nvSpPr>
        <p:spPr>
          <a:xfrm>
            <a:off x="3509147" y="558834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3" name="矩形 272">
            <a:extLst>
              <a:ext uri="{FF2B5EF4-FFF2-40B4-BE49-F238E27FC236}">
                <a16:creationId xmlns:a16="http://schemas.microsoft.com/office/drawing/2014/main" id="{71352689-06DE-C281-23C0-18A16D392C50}"/>
              </a:ext>
            </a:extLst>
          </p:cNvPr>
          <p:cNvSpPr/>
          <p:nvPr/>
        </p:nvSpPr>
        <p:spPr>
          <a:xfrm>
            <a:off x="3689147" y="558825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4" name="矩形 273">
            <a:extLst>
              <a:ext uri="{FF2B5EF4-FFF2-40B4-BE49-F238E27FC236}">
                <a16:creationId xmlns:a16="http://schemas.microsoft.com/office/drawing/2014/main" id="{F9B0B14E-7AA2-D128-2276-253D7409FF1A}"/>
              </a:ext>
            </a:extLst>
          </p:cNvPr>
          <p:cNvSpPr/>
          <p:nvPr/>
        </p:nvSpPr>
        <p:spPr>
          <a:xfrm>
            <a:off x="3329147" y="576812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5" name="矩形 274">
            <a:extLst>
              <a:ext uri="{FF2B5EF4-FFF2-40B4-BE49-F238E27FC236}">
                <a16:creationId xmlns:a16="http://schemas.microsoft.com/office/drawing/2014/main" id="{63F3A22E-CDE3-FE19-F091-2DC1728D71E0}"/>
              </a:ext>
            </a:extLst>
          </p:cNvPr>
          <p:cNvSpPr/>
          <p:nvPr/>
        </p:nvSpPr>
        <p:spPr>
          <a:xfrm>
            <a:off x="3689147" y="576825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6" name="矩形 275">
            <a:extLst>
              <a:ext uri="{FF2B5EF4-FFF2-40B4-BE49-F238E27FC236}">
                <a16:creationId xmlns:a16="http://schemas.microsoft.com/office/drawing/2014/main" id="{CE448D62-8608-FCD6-B7FA-A6F212570963}"/>
              </a:ext>
            </a:extLst>
          </p:cNvPr>
          <p:cNvSpPr/>
          <p:nvPr/>
        </p:nvSpPr>
        <p:spPr>
          <a:xfrm>
            <a:off x="3329147" y="594807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7" name="矩形 276">
            <a:extLst>
              <a:ext uri="{FF2B5EF4-FFF2-40B4-BE49-F238E27FC236}">
                <a16:creationId xmlns:a16="http://schemas.microsoft.com/office/drawing/2014/main" id="{B967139F-81F2-4CE2-F262-E3D0BF71A37F}"/>
              </a:ext>
            </a:extLst>
          </p:cNvPr>
          <p:cNvSpPr/>
          <p:nvPr/>
        </p:nvSpPr>
        <p:spPr>
          <a:xfrm>
            <a:off x="3689147" y="594807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8" name="矩形 277">
            <a:extLst>
              <a:ext uri="{FF2B5EF4-FFF2-40B4-BE49-F238E27FC236}">
                <a16:creationId xmlns:a16="http://schemas.microsoft.com/office/drawing/2014/main" id="{90C39636-F681-4561-4CA9-0921E4DF692D}"/>
              </a:ext>
            </a:extLst>
          </p:cNvPr>
          <p:cNvSpPr/>
          <p:nvPr/>
        </p:nvSpPr>
        <p:spPr>
          <a:xfrm>
            <a:off x="3866675" y="5055518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9" name="矩形 278">
            <a:extLst>
              <a:ext uri="{FF2B5EF4-FFF2-40B4-BE49-F238E27FC236}">
                <a16:creationId xmlns:a16="http://schemas.microsoft.com/office/drawing/2014/main" id="{53B6015B-F3A6-0D1B-E11C-F625EEF599C6}"/>
              </a:ext>
            </a:extLst>
          </p:cNvPr>
          <p:cNvSpPr/>
          <p:nvPr/>
        </p:nvSpPr>
        <p:spPr>
          <a:xfrm>
            <a:off x="4047912" y="5235428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0" name="矩形 279">
            <a:extLst>
              <a:ext uri="{FF2B5EF4-FFF2-40B4-BE49-F238E27FC236}">
                <a16:creationId xmlns:a16="http://schemas.microsoft.com/office/drawing/2014/main" id="{E8D6EA30-B27E-22A7-030E-338CCEAD3FC4}"/>
              </a:ext>
            </a:extLst>
          </p:cNvPr>
          <p:cNvSpPr/>
          <p:nvPr/>
        </p:nvSpPr>
        <p:spPr>
          <a:xfrm>
            <a:off x="4227912" y="5235518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1" name="矩形 280">
            <a:extLst>
              <a:ext uri="{FF2B5EF4-FFF2-40B4-BE49-F238E27FC236}">
                <a16:creationId xmlns:a16="http://schemas.microsoft.com/office/drawing/2014/main" id="{3E01D596-F0E7-F9DA-77BB-CB7C8E01E5C8}"/>
              </a:ext>
            </a:extLst>
          </p:cNvPr>
          <p:cNvSpPr/>
          <p:nvPr/>
        </p:nvSpPr>
        <p:spPr>
          <a:xfrm>
            <a:off x="4407912" y="5235428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2" name="矩形 281">
            <a:extLst>
              <a:ext uri="{FF2B5EF4-FFF2-40B4-BE49-F238E27FC236}">
                <a16:creationId xmlns:a16="http://schemas.microsoft.com/office/drawing/2014/main" id="{D4A619E1-53FF-6E55-E594-E46DDDE366FA}"/>
              </a:ext>
            </a:extLst>
          </p:cNvPr>
          <p:cNvSpPr/>
          <p:nvPr/>
        </p:nvSpPr>
        <p:spPr>
          <a:xfrm>
            <a:off x="4227912" y="5415518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3" name="矩形 282">
            <a:extLst>
              <a:ext uri="{FF2B5EF4-FFF2-40B4-BE49-F238E27FC236}">
                <a16:creationId xmlns:a16="http://schemas.microsoft.com/office/drawing/2014/main" id="{614AD4D9-BB8A-2828-04C7-22BC59BB93BC}"/>
              </a:ext>
            </a:extLst>
          </p:cNvPr>
          <p:cNvSpPr/>
          <p:nvPr/>
        </p:nvSpPr>
        <p:spPr>
          <a:xfrm>
            <a:off x="4227912" y="5595428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4" name="矩形 283">
            <a:extLst>
              <a:ext uri="{FF2B5EF4-FFF2-40B4-BE49-F238E27FC236}">
                <a16:creationId xmlns:a16="http://schemas.microsoft.com/office/drawing/2014/main" id="{1D2137E5-B665-F06B-93A8-C7ED034A98CD}"/>
              </a:ext>
            </a:extLst>
          </p:cNvPr>
          <p:cNvSpPr/>
          <p:nvPr/>
        </p:nvSpPr>
        <p:spPr>
          <a:xfrm>
            <a:off x="4227912" y="5775428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5" name="矩形 284">
            <a:extLst>
              <a:ext uri="{FF2B5EF4-FFF2-40B4-BE49-F238E27FC236}">
                <a16:creationId xmlns:a16="http://schemas.microsoft.com/office/drawing/2014/main" id="{473A2B9B-4547-FA9B-61C4-6C131FF9F9F1}"/>
              </a:ext>
            </a:extLst>
          </p:cNvPr>
          <p:cNvSpPr/>
          <p:nvPr/>
        </p:nvSpPr>
        <p:spPr>
          <a:xfrm>
            <a:off x="4227912" y="5955248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6" name="矩形 285">
            <a:extLst>
              <a:ext uri="{FF2B5EF4-FFF2-40B4-BE49-F238E27FC236}">
                <a16:creationId xmlns:a16="http://schemas.microsoft.com/office/drawing/2014/main" id="{0ED9E4C5-01C4-86AE-8791-82D5B992271F}"/>
              </a:ext>
            </a:extLst>
          </p:cNvPr>
          <p:cNvSpPr/>
          <p:nvPr/>
        </p:nvSpPr>
        <p:spPr>
          <a:xfrm>
            <a:off x="6096000" y="728762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7" name="矩形 286">
            <a:extLst>
              <a:ext uri="{FF2B5EF4-FFF2-40B4-BE49-F238E27FC236}">
                <a16:creationId xmlns:a16="http://schemas.microsoft.com/office/drawing/2014/main" id="{5808A025-A10B-6BAA-A060-6E77CB61F0C7}"/>
              </a:ext>
            </a:extLst>
          </p:cNvPr>
          <p:cNvSpPr/>
          <p:nvPr/>
        </p:nvSpPr>
        <p:spPr>
          <a:xfrm>
            <a:off x="6276000" y="90885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8" name="矩形 287">
            <a:extLst>
              <a:ext uri="{FF2B5EF4-FFF2-40B4-BE49-F238E27FC236}">
                <a16:creationId xmlns:a16="http://schemas.microsoft.com/office/drawing/2014/main" id="{9C111411-8AB3-0D08-C2B8-1295EB82D559}"/>
              </a:ext>
            </a:extLst>
          </p:cNvPr>
          <p:cNvSpPr/>
          <p:nvPr/>
        </p:nvSpPr>
        <p:spPr>
          <a:xfrm>
            <a:off x="6456000" y="90894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9" name="矩形 288">
            <a:extLst>
              <a:ext uri="{FF2B5EF4-FFF2-40B4-BE49-F238E27FC236}">
                <a16:creationId xmlns:a16="http://schemas.microsoft.com/office/drawing/2014/main" id="{A1EF9786-7816-389D-F740-42348327AE74}"/>
              </a:ext>
            </a:extLst>
          </p:cNvPr>
          <p:cNvSpPr/>
          <p:nvPr/>
        </p:nvSpPr>
        <p:spPr>
          <a:xfrm>
            <a:off x="6636000" y="90885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0" name="矩形 289">
            <a:extLst>
              <a:ext uri="{FF2B5EF4-FFF2-40B4-BE49-F238E27FC236}">
                <a16:creationId xmlns:a16="http://schemas.microsoft.com/office/drawing/2014/main" id="{81665903-97E0-2505-4AAF-5D8D3A6E6FEF}"/>
              </a:ext>
            </a:extLst>
          </p:cNvPr>
          <p:cNvSpPr/>
          <p:nvPr/>
        </p:nvSpPr>
        <p:spPr>
          <a:xfrm>
            <a:off x="6276000" y="108885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1" name="矩形 290">
            <a:extLst>
              <a:ext uri="{FF2B5EF4-FFF2-40B4-BE49-F238E27FC236}">
                <a16:creationId xmlns:a16="http://schemas.microsoft.com/office/drawing/2014/main" id="{33BB0B0D-1121-6901-BA64-C72B3530BE94}"/>
              </a:ext>
            </a:extLst>
          </p:cNvPr>
          <p:cNvSpPr/>
          <p:nvPr/>
        </p:nvSpPr>
        <p:spPr>
          <a:xfrm>
            <a:off x="6636000" y="108885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2" name="矩形 291">
            <a:extLst>
              <a:ext uri="{FF2B5EF4-FFF2-40B4-BE49-F238E27FC236}">
                <a16:creationId xmlns:a16="http://schemas.microsoft.com/office/drawing/2014/main" id="{863BA73B-5BFD-CC7E-9959-1743ED35A78E}"/>
              </a:ext>
            </a:extLst>
          </p:cNvPr>
          <p:cNvSpPr/>
          <p:nvPr/>
        </p:nvSpPr>
        <p:spPr>
          <a:xfrm>
            <a:off x="6276000" y="126876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3" name="矩形 292">
            <a:extLst>
              <a:ext uri="{FF2B5EF4-FFF2-40B4-BE49-F238E27FC236}">
                <a16:creationId xmlns:a16="http://schemas.microsoft.com/office/drawing/2014/main" id="{BEC078B2-5DAE-8DE5-7EFC-1510A3FAD79C}"/>
              </a:ext>
            </a:extLst>
          </p:cNvPr>
          <p:cNvSpPr/>
          <p:nvPr/>
        </p:nvSpPr>
        <p:spPr>
          <a:xfrm>
            <a:off x="6456000" y="126885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4" name="矩形 293">
            <a:extLst>
              <a:ext uri="{FF2B5EF4-FFF2-40B4-BE49-F238E27FC236}">
                <a16:creationId xmlns:a16="http://schemas.microsoft.com/office/drawing/2014/main" id="{09CDAC19-1B89-F344-67B8-999DB787BB60}"/>
              </a:ext>
            </a:extLst>
          </p:cNvPr>
          <p:cNvSpPr/>
          <p:nvPr/>
        </p:nvSpPr>
        <p:spPr>
          <a:xfrm>
            <a:off x="6276000" y="144862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5" name="矩形 294">
            <a:extLst>
              <a:ext uri="{FF2B5EF4-FFF2-40B4-BE49-F238E27FC236}">
                <a16:creationId xmlns:a16="http://schemas.microsoft.com/office/drawing/2014/main" id="{CF45DF69-4562-0C17-A017-27D43AEF543C}"/>
              </a:ext>
            </a:extLst>
          </p:cNvPr>
          <p:cNvSpPr/>
          <p:nvPr/>
        </p:nvSpPr>
        <p:spPr>
          <a:xfrm>
            <a:off x="6636000" y="144876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6" name="矩形 295">
            <a:extLst>
              <a:ext uri="{FF2B5EF4-FFF2-40B4-BE49-F238E27FC236}">
                <a16:creationId xmlns:a16="http://schemas.microsoft.com/office/drawing/2014/main" id="{1F535571-18AB-4726-37F0-0E18A13BF243}"/>
              </a:ext>
            </a:extLst>
          </p:cNvPr>
          <p:cNvSpPr/>
          <p:nvPr/>
        </p:nvSpPr>
        <p:spPr>
          <a:xfrm>
            <a:off x="6276000" y="162858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7" name="矩形 296">
            <a:extLst>
              <a:ext uri="{FF2B5EF4-FFF2-40B4-BE49-F238E27FC236}">
                <a16:creationId xmlns:a16="http://schemas.microsoft.com/office/drawing/2014/main" id="{2A11C34F-34C4-B201-B7F9-CFFB1535C6D6}"/>
              </a:ext>
            </a:extLst>
          </p:cNvPr>
          <p:cNvSpPr/>
          <p:nvPr/>
        </p:nvSpPr>
        <p:spPr>
          <a:xfrm>
            <a:off x="6636000" y="162858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8" name="矩形 297">
            <a:extLst>
              <a:ext uri="{FF2B5EF4-FFF2-40B4-BE49-F238E27FC236}">
                <a16:creationId xmlns:a16="http://schemas.microsoft.com/office/drawing/2014/main" id="{12426599-FA64-948C-3377-D5002A3329BB}"/>
              </a:ext>
            </a:extLst>
          </p:cNvPr>
          <p:cNvSpPr/>
          <p:nvPr/>
        </p:nvSpPr>
        <p:spPr>
          <a:xfrm>
            <a:off x="6817325" y="728762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9" name="矩形 298">
            <a:extLst>
              <a:ext uri="{FF2B5EF4-FFF2-40B4-BE49-F238E27FC236}">
                <a16:creationId xmlns:a16="http://schemas.microsoft.com/office/drawing/2014/main" id="{06A58458-70DA-853C-E177-0CF9A0E21684}"/>
              </a:ext>
            </a:extLst>
          </p:cNvPr>
          <p:cNvSpPr/>
          <p:nvPr/>
        </p:nvSpPr>
        <p:spPr>
          <a:xfrm>
            <a:off x="6997325" y="90930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0" name="矩形 299">
            <a:extLst>
              <a:ext uri="{FF2B5EF4-FFF2-40B4-BE49-F238E27FC236}">
                <a16:creationId xmlns:a16="http://schemas.microsoft.com/office/drawing/2014/main" id="{F677D857-8D1A-1274-492C-4DBEA89B5DAF}"/>
              </a:ext>
            </a:extLst>
          </p:cNvPr>
          <p:cNvSpPr/>
          <p:nvPr/>
        </p:nvSpPr>
        <p:spPr>
          <a:xfrm>
            <a:off x="7177325" y="90939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1" name="矩形 300">
            <a:extLst>
              <a:ext uri="{FF2B5EF4-FFF2-40B4-BE49-F238E27FC236}">
                <a16:creationId xmlns:a16="http://schemas.microsoft.com/office/drawing/2014/main" id="{4B1F64CF-4A8E-DAB2-7F3A-8807C340B978}"/>
              </a:ext>
            </a:extLst>
          </p:cNvPr>
          <p:cNvSpPr/>
          <p:nvPr/>
        </p:nvSpPr>
        <p:spPr>
          <a:xfrm>
            <a:off x="7357325" y="90930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2" name="矩形 301">
            <a:extLst>
              <a:ext uri="{FF2B5EF4-FFF2-40B4-BE49-F238E27FC236}">
                <a16:creationId xmlns:a16="http://schemas.microsoft.com/office/drawing/2014/main" id="{8073F02C-A17F-3135-A9D1-5F93864AD602}"/>
              </a:ext>
            </a:extLst>
          </p:cNvPr>
          <p:cNvSpPr/>
          <p:nvPr/>
        </p:nvSpPr>
        <p:spPr>
          <a:xfrm>
            <a:off x="6997325" y="108930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3" name="矩形 302">
            <a:extLst>
              <a:ext uri="{FF2B5EF4-FFF2-40B4-BE49-F238E27FC236}">
                <a16:creationId xmlns:a16="http://schemas.microsoft.com/office/drawing/2014/main" id="{0CCEB979-3010-6C3C-AAEA-6F62F6AB4614}"/>
              </a:ext>
            </a:extLst>
          </p:cNvPr>
          <p:cNvSpPr/>
          <p:nvPr/>
        </p:nvSpPr>
        <p:spPr>
          <a:xfrm>
            <a:off x="7357325" y="108930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4" name="矩形 303">
            <a:extLst>
              <a:ext uri="{FF2B5EF4-FFF2-40B4-BE49-F238E27FC236}">
                <a16:creationId xmlns:a16="http://schemas.microsoft.com/office/drawing/2014/main" id="{857204AC-E91A-0EC4-B4B9-4585F4A9AC0A}"/>
              </a:ext>
            </a:extLst>
          </p:cNvPr>
          <p:cNvSpPr/>
          <p:nvPr/>
        </p:nvSpPr>
        <p:spPr>
          <a:xfrm>
            <a:off x="6997325" y="126921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5" name="矩形 304">
            <a:extLst>
              <a:ext uri="{FF2B5EF4-FFF2-40B4-BE49-F238E27FC236}">
                <a16:creationId xmlns:a16="http://schemas.microsoft.com/office/drawing/2014/main" id="{15E5E471-55F7-9513-9A28-4DF06558D686}"/>
              </a:ext>
            </a:extLst>
          </p:cNvPr>
          <p:cNvSpPr/>
          <p:nvPr/>
        </p:nvSpPr>
        <p:spPr>
          <a:xfrm>
            <a:off x="7357325" y="126921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6" name="矩形 305">
            <a:extLst>
              <a:ext uri="{FF2B5EF4-FFF2-40B4-BE49-F238E27FC236}">
                <a16:creationId xmlns:a16="http://schemas.microsoft.com/office/drawing/2014/main" id="{D1EEAC16-7CE6-C085-411D-BA013E6FB064}"/>
              </a:ext>
            </a:extLst>
          </p:cNvPr>
          <p:cNvSpPr/>
          <p:nvPr/>
        </p:nvSpPr>
        <p:spPr>
          <a:xfrm>
            <a:off x="6997325" y="144921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7" name="矩形 306">
            <a:extLst>
              <a:ext uri="{FF2B5EF4-FFF2-40B4-BE49-F238E27FC236}">
                <a16:creationId xmlns:a16="http://schemas.microsoft.com/office/drawing/2014/main" id="{6417004E-3797-F5CA-D757-F70712144E94}"/>
              </a:ext>
            </a:extLst>
          </p:cNvPr>
          <p:cNvSpPr/>
          <p:nvPr/>
        </p:nvSpPr>
        <p:spPr>
          <a:xfrm>
            <a:off x="7357325" y="144921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8" name="矩形 307">
            <a:extLst>
              <a:ext uri="{FF2B5EF4-FFF2-40B4-BE49-F238E27FC236}">
                <a16:creationId xmlns:a16="http://schemas.microsoft.com/office/drawing/2014/main" id="{A4752E8A-1494-866A-BEB9-2C98D9463746}"/>
              </a:ext>
            </a:extLst>
          </p:cNvPr>
          <p:cNvSpPr/>
          <p:nvPr/>
        </p:nvSpPr>
        <p:spPr>
          <a:xfrm>
            <a:off x="6997325" y="162903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9" name="矩形 308">
            <a:extLst>
              <a:ext uri="{FF2B5EF4-FFF2-40B4-BE49-F238E27FC236}">
                <a16:creationId xmlns:a16="http://schemas.microsoft.com/office/drawing/2014/main" id="{C75E6A47-7178-1657-576F-B703713C22FB}"/>
              </a:ext>
            </a:extLst>
          </p:cNvPr>
          <p:cNvSpPr/>
          <p:nvPr/>
        </p:nvSpPr>
        <p:spPr>
          <a:xfrm>
            <a:off x="7177325" y="162912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0" name="矩形 309">
            <a:extLst>
              <a:ext uri="{FF2B5EF4-FFF2-40B4-BE49-F238E27FC236}">
                <a16:creationId xmlns:a16="http://schemas.microsoft.com/office/drawing/2014/main" id="{19E5407F-C397-0F61-516C-6E56DB40533B}"/>
              </a:ext>
            </a:extLst>
          </p:cNvPr>
          <p:cNvSpPr/>
          <p:nvPr/>
        </p:nvSpPr>
        <p:spPr>
          <a:xfrm>
            <a:off x="7357325" y="162903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1" name="矩形 310">
            <a:extLst>
              <a:ext uri="{FF2B5EF4-FFF2-40B4-BE49-F238E27FC236}">
                <a16:creationId xmlns:a16="http://schemas.microsoft.com/office/drawing/2014/main" id="{6F62540E-CB73-C4C6-1B50-A1BD7FE84870}"/>
              </a:ext>
            </a:extLst>
          </p:cNvPr>
          <p:cNvSpPr/>
          <p:nvPr/>
        </p:nvSpPr>
        <p:spPr>
          <a:xfrm>
            <a:off x="7535302" y="728762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2" name="矩形 311">
            <a:extLst>
              <a:ext uri="{FF2B5EF4-FFF2-40B4-BE49-F238E27FC236}">
                <a16:creationId xmlns:a16="http://schemas.microsoft.com/office/drawing/2014/main" id="{F025DA16-2089-A6C6-4270-DC2231D104A7}"/>
              </a:ext>
            </a:extLst>
          </p:cNvPr>
          <p:cNvSpPr/>
          <p:nvPr/>
        </p:nvSpPr>
        <p:spPr>
          <a:xfrm>
            <a:off x="7716539" y="90867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3" name="矩形 312">
            <a:extLst>
              <a:ext uri="{FF2B5EF4-FFF2-40B4-BE49-F238E27FC236}">
                <a16:creationId xmlns:a16="http://schemas.microsoft.com/office/drawing/2014/main" id="{246ED242-F568-7DD3-CF29-C8F14E66B2F0}"/>
              </a:ext>
            </a:extLst>
          </p:cNvPr>
          <p:cNvSpPr/>
          <p:nvPr/>
        </p:nvSpPr>
        <p:spPr>
          <a:xfrm>
            <a:off x="7896539" y="90876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4" name="矩形 313">
            <a:extLst>
              <a:ext uri="{FF2B5EF4-FFF2-40B4-BE49-F238E27FC236}">
                <a16:creationId xmlns:a16="http://schemas.microsoft.com/office/drawing/2014/main" id="{AADFBE60-0127-797E-48C6-C192998240DE}"/>
              </a:ext>
            </a:extLst>
          </p:cNvPr>
          <p:cNvSpPr/>
          <p:nvPr/>
        </p:nvSpPr>
        <p:spPr>
          <a:xfrm>
            <a:off x="8076539" y="90867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5" name="矩形 314">
            <a:extLst>
              <a:ext uri="{FF2B5EF4-FFF2-40B4-BE49-F238E27FC236}">
                <a16:creationId xmlns:a16="http://schemas.microsoft.com/office/drawing/2014/main" id="{FD86D84C-2F46-EB69-1D33-DB5DB74B1D10}"/>
              </a:ext>
            </a:extLst>
          </p:cNvPr>
          <p:cNvSpPr/>
          <p:nvPr/>
        </p:nvSpPr>
        <p:spPr>
          <a:xfrm>
            <a:off x="7896539" y="108876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6" name="矩形 315">
            <a:extLst>
              <a:ext uri="{FF2B5EF4-FFF2-40B4-BE49-F238E27FC236}">
                <a16:creationId xmlns:a16="http://schemas.microsoft.com/office/drawing/2014/main" id="{A286F449-4E7A-F8EB-17AA-C8C14B846320}"/>
              </a:ext>
            </a:extLst>
          </p:cNvPr>
          <p:cNvSpPr/>
          <p:nvPr/>
        </p:nvSpPr>
        <p:spPr>
          <a:xfrm>
            <a:off x="7896539" y="126867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7" name="矩形 316">
            <a:extLst>
              <a:ext uri="{FF2B5EF4-FFF2-40B4-BE49-F238E27FC236}">
                <a16:creationId xmlns:a16="http://schemas.microsoft.com/office/drawing/2014/main" id="{3DC8D58C-CF4B-2A7D-31AC-9FE8B9B04EA6}"/>
              </a:ext>
            </a:extLst>
          </p:cNvPr>
          <p:cNvSpPr/>
          <p:nvPr/>
        </p:nvSpPr>
        <p:spPr>
          <a:xfrm>
            <a:off x="7896539" y="144867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8" name="矩形 317">
            <a:extLst>
              <a:ext uri="{FF2B5EF4-FFF2-40B4-BE49-F238E27FC236}">
                <a16:creationId xmlns:a16="http://schemas.microsoft.com/office/drawing/2014/main" id="{A41C71B5-C695-AD01-3546-12ABE75ECB43}"/>
              </a:ext>
            </a:extLst>
          </p:cNvPr>
          <p:cNvSpPr/>
          <p:nvPr/>
        </p:nvSpPr>
        <p:spPr>
          <a:xfrm>
            <a:off x="7896539" y="162849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9" name="矩形 318">
            <a:extLst>
              <a:ext uri="{FF2B5EF4-FFF2-40B4-BE49-F238E27FC236}">
                <a16:creationId xmlns:a16="http://schemas.microsoft.com/office/drawing/2014/main" id="{36549378-0A17-684B-F2CB-E792C248E51C}"/>
              </a:ext>
            </a:extLst>
          </p:cNvPr>
          <p:cNvSpPr/>
          <p:nvPr/>
        </p:nvSpPr>
        <p:spPr>
          <a:xfrm>
            <a:off x="8253913" y="728762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0" name="矩形 319">
            <a:extLst>
              <a:ext uri="{FF2B5EF4-FFF2-40B4-BE49-F238E27FC236}">
                <a16:creationId xmlns:a16="http://schemas.microsoft.com/office/drawing/2014/main" id="{AAAE31E6-8C1B-CBE0-D006-622F03980B59}"/>
              </a:ext>
            </a:extLst>
          </p:cNvPr>
          <p:cNvSpPr/>
          <p:nvPr/>
        </p:nvSpPr>
        <p:spPr>
          <a:xfrm>
            <a:off x="8433913" y="90948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1" name="矩形 320">
            <a:extLst>
              <a:ext uri="{FF2B5EF4-FFF2-40B4-BE49-F238E27FC236}">
                <a16:creationId xmlns:a16="http://schemas.microsoft.com/office/drawing/2014/main" id="{1A91E9E1-AA95-86BE-8460-B09A20F37030}"/>
              </a:ext>
            </a:extLst>
          </p:cNvPr>
          <p:cNvSpPr/>
          <p:nvPr/>
        </p:nvSpPr>
        <p:spPr>
          <a:xfrm>
            <a:off x="8613913" y="90957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2" name="矩形 321">
            <a:extLst>
              <a:ext uri="{FF2B5EF4-FFF2-40B4-BE49-F238E27FC236}">
                <a16:creationId xmlns:a16="http://schemas.microsoft.com/office/drawing/2014/main" id="{0216B840-5B67-7372-D1FB-06C51BC727BA}"/>
              </a:ext>
            </a:extLst>
          </p:cNvPr>
          <p:cNvSpPr/>
          <p:nvPr/>
        </p:nvSpPr>
        <p:spPr>
          <a:xfrm>
            <a:off x="8793913" y="90948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3" name="矩形 322">
            <a:extLst>
              <a:ext uri="{FF2B5EF4-FFF2-40B4-BE49-F238E27FC236}">
                <a16:creationId xmlns:a16="http://schemas.microsoft.com/office/drawing/2014/main" id="{29ED9BD8-50D8-D16D-6AC5-F22377E292D5}"/>
              </a:ext>
            </a:extLst>
          </p:cNvPr>
          <p:cNvSpPr/>
          <p:nvPr/>
        </p:nvSpPr>
        <p:spPr>
          <a:xfrm>
            <a:off x="8433913" y="108948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4" name="矩形 323">
            <a:extLst>
              <a:ext uri="{FF2B5EF4-FFF2-40B4-BE49-F238E27FC236}">
                <a16:creationId xmlns:a16="http://schemas.microsoft.com/office/drawing/2014/main" id="{E11C73E0-ACBF-8FDC-5033-2B29BA0F17E7}"/>
              </a:ext>
            </a:extLst>
          </p:cNvPr>
          <p:cNvSpPr/>
          <p:nvPr/>
        </p:nvSpPr>
        <p:spPr>
          <a:xfrm>
            <a:off x="8793913" y="108948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5" name="矩形 324">
            <a:extLst>
              <a:ext uri="{FF2B5EF4-FFF2-40B4-BE49-F238E27FC236}">
                <a16:creationId xmlns:a16="http://schemas.microsoft.com/office/drawing/2014/main" id="{1777A322-9962-F957-CA46-2C8B81D3A264}"/>
              </a:ext>
            </a:extLst>
          </p:cNvPr>
          <p:cNvSpPr/>
          <p:nvPr/>
        </p:nvSpPr>
        <p:spPr>
          <a:xfrm>
            <a:off x="8433913" y="126939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6" name="矩形 325">
            <a:extLst>
              <a:ext uri="{FF2B5EF4-FFF2-40B4-BE49-F238E27FC236}">
                <a16:creationId xmlns:a16="http://schemas.microsoft.com/office/drawing/2014/main" id="{FEC395FF-B9F6-4F30-5447-8BAA141C5ACD}"/>
              </a:ext>
            </a:extLst>
          </p:cNvPr>
          <p:cNvSpPr/>
          <p:nvPr/>
        </p:nvSpPr>
        <p:spPr>
          <a:xfrm>
            <a:off x="8613913" y="126948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7" name="矩形 326">
            <a:extLst>
              <a:ext uri="{FF2B5EF4-FFF2-40B4-BE49-F238E27FC236}">
                <a16:creationId xmlns:a16="http://schemas.microsoft.com/office/drawing/2014/main" id="{6B8762AE-935E-E3D3-DE5F-158DDBA2548A}"/>
              </a:ext>
            </a:extLst>
          </p:cNvPr>
          <p:cNvSpPr/>
          <p:nvPr/>
        </p:nvSpPr>
        <p:spPr>
          <a:xfrm>
            <a:off x="8793913" y="126939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" name="矩形 327">
            <a:extLst>
              <a:ext uri="{FF2B5EF4-FFF2-40B4-BE49-F238E27FC236}">
                <a16:creationId xmlns:a16="http://schemas.microsoft.com/office/drawing/2014/main" id="{AA20D228-D5CD-77AE-930C-D32E1BAACD49}"/>
              </a:ext>
            </a:extLst>
          </p:cNvPr>
          <p:cNvSpPr/>
          <p:nvPr/>
        </p:nvSpPr>
        <p:spPr>
          <a:xfrm>
            <a:off x="8433913" y="144939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9" name="矩形 328">
            <a:extLst>
              <a:ext uri="{FF2B5EF4-FFF2-40B4-BE49-F238E27FC236}">
                <a16:creationId xmlns:a16="http://schemas.microsoft.com/office/drawing/2014/main" id="{1451ECCC-DA80-BF76-6FDB-04855D166F1F}"/>
              </a:ext>
            </a:extLst>
          </p:cNvPr>
          <p:cNvSpPr/>
          <p:nvPr/>
        </p:nvSpPr>
        <p:spPr>
          <a:xfrm>
            <a:off x="8793913" y="144939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0" name="矩形 329">
            <a:extLst>
              <a:ext uri="{FF2B5EF4-FFF2-40B4-BE49-F238E27FC236}">
                <a16:creationId xmlns:a16="http://schemas.microsoft.com/office/drawing/2014/main" id="{3357E64B-C63E-A500-CFFA-514DBF911D64}"/>
              </a:ext>
            </a:extLst>
          </p:cNvPr>
          <p:cNvSpPr/>
          <p:nvPr/>
        </p:nvSpPr>
        <p:spPr>
          <a:xfrm>
            <a:off x="8433913" y="162921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1" name="矩形 330">
            <a:extLst>
              <a:ext uri="{FF2B5EF4-FFF2-40B4-BE49-F238E27FC236}">
                <a16:creationId xmlns:a16="http://schemas.microsoft.com/office/drawing/2014/main" id="{F8EF559D-7426-A98E-A8E2-1961C3A23B93}"/>
              </a:ext>
            </a:extLst>
          </p:cNvPr>
          <p:cNvSpPr/>
          <p:nvPr/>
        </p:nvSpPr>
        <p:spPr>
          <a:xfrm>
            <a:off x="8793913" y="162921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2" name="矩形 331">
            <a:extLst>
              <a:ext uri="{FF2B5EF4-FFF2-40B4-BE49-F238E27FC236}">
                <a16:creationId xmlns:a16="http://schemas.microsoft.com/office/drawing/2014/main" id="{5DEDA606-D9F3-7E8F-4B97-4DBBE972AD6C}"/>
              </a:ext>
            </a:extLst>
          </p:cNvPr>
          <p:cNvSpPr/>
          <p:nvPr/>
        </p:nvSpPr>
        <p:spPr>
          <a:xfrm>
            <a:off x="8973520" y="728762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3" name="矩形 332">
            <a:extLst>
              <a:ext uri="{FF2B5EF4-FFF2-40B4-BE49-F238E27FC236}">
                <a16:creationId xmlns:a16="http://schemas.microsoft.com/office/drawing/2014/main" id="{D6AE43DE-4990-42F1-B85D-40D9D1AAC6CD}"/>
              </a:ext>
            </a:extLst>
          </p:cNvPr>
          <p:cNvSpPr/>
          <p:nvPr/>
        </p:nvSpPr>
        <p:spPr>
          <a:xfrm>
            <a:off x="9154757" y="90867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4" name="矩形 333">
            <a:extLst>
              <a:ext uri="{FF2B5EF4-FFF2-40B4-BE49-F238E27FC236}">
                <a16:creationId xmlns:a16="http://schemas.microsoft.com/office/drawing/2014/main" id="{AC79B066-B640-7055-1327-4CAF627E9249}"/>
              </a:ext>
            </a:extLst>
          </p:cNvPr>
          <p:cNvSpPr/>
          <p:nvPr/>
        </p:nvSpPr>
        <p:spPr>
          <a:xfrm>
            <a:off x="9334757" y="90876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5" name="矩形 334">
            <a:extLst>
              <a:ext uri="{FF2B5EF4-FFF2-40B4-BE49-F238E27FC236}">
                <a16:creationId xmlns:a16="http://schemas.microsoft.com/office/drawing/2014/main" id="{4DBF7AED-7DEE-D5CB-077F-DC2388D6528A}"/>
              </a:ext>
            </a:extLst>
          </p:cNvPr>
          <p:cNvSpPr/>
          <p:nvPr/>
        </p:nvSpPr>
        <p:spPr>
          <a:xfrm>
            <a:off x="9514757" y="90867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6" name="矩形 335">
            <a:extLst>
              <a:ext uri="{FF2B5EF4-FFF2-40B4-BE49-F238E27FC236}">
                <a16:creationId xmlns:a16="http://schemas.microsoft.com/office/drawing/2014/main" id="{0BD112B3-ABF3-406A-7E93-41B7DDF0DBDE}"/>
              </a:ext>
            </a:extLst>
          </p:cNvPr>
          <p:cNvSpPr/>
          <p:nvPr/>
        </p:nvSpPr>
        <p:spPr>
          <a:xfrm>
            <a:off x="9334757" y="108876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7" name="矩形 336">
            <a:extLst>
              <a:ext uri="{FF2B5EF4-FFF2-40B4-BE49-F238E27FC236}">
                <a16:creationId xmlns:a16="http://schemas.microsoft.com/office/drawing/2014/main" id="{D491F287-9B2F-493C-3746-09CDB16FF59C}"/>
              </a:ext>
            </a:extLst>
          </p:cNvPr>
          <p:cNvSpPr/>
          <p:nvPr/>
        </p:nvSpPr>
        <p:spPr>
          <a:xfrm>
            <a:off x="9334757" y="126867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8" name="矩形 337">
            <a:extLst>
              <a:ext uri="{FF2B5EF4-FFF2-40B4-BE49-F238E27FC236}">
                <a16:creationId xmlns:a16="http://schemas.microsoft.com/office/drawing/2014/main" id="{935F2FB6-84BA-0AB4-CD1F-AE26F9791F10}"/>
              </a:ext>
            </a:extLst>
          </p:cNvPr>
          <p:cNvSpPr/>
          <p:nvPr/>
        </p:nvSpPr>
        <p:spPr>
          <a:xfrm>
            <a:off x="9334757" y="144867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9" name="矩形 338">
            <a:extLst>
              <a:ext uri="{FF2B5EF4-FFF2-40B4-BE49-F238E27FC236}">
                <a16:creationId xmlns:a16="http://schemas.microsoft.com/office/drawing/2014/main" id="{73703E4E-742C-5BA3-FF03-1768FED9ED72}"/>
              </a:ext>
            </a:extLst>
          </p:cNvPr>
          <p:cNvSpPr/>
          <p:nvPr/>
        </p:nvSpPr>
        <p:spPr>
          <a:xfrm>
            <a:off x="9334757" y="162849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0" name="矩形 339">
            <a:extLst>
              <a:ext uri="{FF2B5EF4-FFF2-40B4-BE49-F238E27FC236}">
                <a16:creationId xmlns:a16="http://schemas.microsoft.com/office/drawing/2014/main" id="{520DA0A9-742B-48FC-E86C-51D5422DFFB0}"/>
              </a:ext>
            </a:extLst>
          </p:cNvPr>
          <p:cNvSpPr/>
          <p:nvPr/>
        </p:nvSpPr>
        <p:spPr>
          <a:xfrm>
            <a:off x="9695840" y="728762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1" name="矩形 340">
            <a:extLst>
              <a:ext uri="{FF2B5EF4-FFF2-40B4-BE49-F238E27FC236}">
                <a16:creationId xmlns:a16="http://schemas.microsoft.com/office/drawing/2014/main" id="{2AA8D3A6-8914-CE96-EA89-3874B328C772}"/>
              </a:ext>
            </a:extLst>
          </p:cNvPr>
          <p:cNvSpPr/>
          <p:nvPr/>
        </p:nvSpPr>
        <p:spPr>
          <a:xfrm>
            <a:off x="9875840" y="90894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2" name="矩形 341">
            <a:extLst>
              <a:ext uri="{FF2B5EF4-FFF2-40B4-BE49-F238E27FC236}">
                <a16:creationId xmlns:a16="http://schemas.microsoft.com/office/drawing/2014/main" id="{FE1C152E-9611-2FFE-3340-0F37D298F7BA}"/>
              </a:ext>
            </a:extLst>
          </p:cNvPr>
          <p:cNvSpPr/>
          <p:nvPr/>
        </p:nvSpPr>
        <p:spPr>
          <a:xfrm>
            <a:off x="10055840" y="90903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3" name="矩形 342">
            <a:extLst>
              <a:ext uri="{FF2B5EF4-FFF2-40B4-BE49-F238E27FC236}">
                <a16:creationId xmlns:a16="http://schemas.microsoft.com/office/drawing/2014/main" id="{F40F3799-C09C-378A-62C5-F41F7A409F0D}"/>
              </a:ext>
            </a:extLst>
          </p:cNvPr>
          <p:cNvSpPr/>
          <p:nvPr/>
        </p:nvSpPr>
        <p:spPr>
          <a:xfrm>
            <a:off x="10235840" y="90894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4" name="矩形 343">
            <a:extLst>
              <a:ext uri="{FF2B5EF4-FFF2-40B4-BE49-F238E27FC236}">
                <a16:creationId xmlns:a16="http://schemas.microsoft.com/office/drawing/2014/main" id="{DFE82FB7-4135-2EE8-67B0-E963A0C3EDFE}"/>
              </a:ext>
            </a:extLst>
          </p:cNvPr>
          <p:cNvSpPr/>
          <p:nvPr/>
        </p:nvSpPr>
        <p:spPr>
          <a:xfrm>
            <a:off x="9875840" y="108894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5" name="矩形 344">
            <a:extLst>
              <a:ext uri="{FF2B5EF4-FFF2-40B4-BE49-F238E27FC236}">
                <a16:creationId xmlns:a16="http://schemas.microsoft.com/office/drawing/2014/main" id="{646BCD21-E571-B410-9938-41D10BA17F19}"/>
              </a:ext>
            </a:extLst>
          </p:cNvPr>
          <p:cNvSpPr/>
          <p:nvPr/>
        </p:nvSpPr>
        <p:spPr>
          <a:xfrm>
            <a:off x="9875840" y="126885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6" name="矩形 345">
            <a:extLst>
              <a:ext uri="{FF2B5EF4-FFF2-40B4-BE49-F238E27FC236}">
                <a16:creationId xmlns:a16="http://schemas.microsoft.com/office/drawing/2014/main" id="{A6838310-DA83-3885-F177-810752ACEE49}"/>
              </a:ext>
            </a:extLst>
          </p:cNvPr>
          <p:cNvSpPr/>
          <p:nvPr/>
        </p:nvSpPr>
        <p:spPr>
          <a:xfrm>
            <a:off x="10055840" y="126894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7" name="矩形 346">
            <a:extLst>
              <a:ext uri="{FF2B5EF4-FFF2-40B4-BE49-F238E27FC236}">
                <a16:creationId xmlns:a16="http://schemas.microsoft.com/office/drawing/2014/main" id="{3356C27C-4BD4-3300-EF5A-C0433C3FD18D}"/>
              </a:ext>
            </a:extLst>
          </p:cNvPr>
          <p:cNvSpPr/>
          <p:nvPr/>
        </p:nvSpPr>
        <p:spPr>
          <a:xfrm>
            <a:off x="10235840" y="126885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8" name="矩形 347">
            <a:extLst>
              <a:ext uri="{FF2B5EF4-FFF2-40B4-BE49-F238E27FC236}">
                <a16:creationId xmlns:a16="http://schemas.microsoft.com/office/drawing/2014/main" id="{DAEFC5C8-153F-712D-061F-5F1791663A97}"/>
              </a:ext>
            </a:extLst>
          </p:cNvPr>
          <p:cNvSpPr/>
          <p:nvPr/>
        </p:nvSpPr>
        <p:spPr>
          <a:xfrm>
            <a:off x="9875840" y="144885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9" name="矩形 348">
            <a:extLst>
              <a:ext uri="{FF2B5EF4-FFF2-40B4-BE49-F238E27FC236}">
                <a16:creationId xmlns:a16="http://schemas.microsoft.com/office/drawing/2014/main" id="{8E12109F-51A3-DA4C-ADB1-7A0D6CF46637}"/>
              </a:ext>
            </a:extLst>
          </p:cNvPr>
          <p:cNvSpPr/>
          <p:nvPr/>
        </p:nvSpPr>
        <p:spPr>
          <a:xfrm>
            <a:off x="9875840" y="162867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0" name="矩形 349">
            <a:extLst>
              <a:ext uri="{FF2B5EF4-FFF2-40B4-BE49-F238E27FC236}">
                <a16:creationId xmlns:a16="http://schemas.microsoft.com/office/drawing/2014/main" id="{DEBEE09F-ABF2-C4EE-BE7E-B872399542B0}"/>
              </a:ext>
            </a:extLst>
          </p:cNvPr>
          <p:cNvSpPr/>
          <p:nvPr/>
        </p:nvSpPr>
        <p:spPr>
          <a:xfrm>
            <a:off x="10055840" y="162876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1" name="矩形 350">
            <a:extLst>
              <a:ext uri="{FF2B5EF4-FFF2-40B4-BE49-F238E27FC236}">
                <a16:creationId xmlns:a16="http://schemas.microsoft.com/office/drawing/2014/main" id="{CEE13F3E-5165-C62A-A3E4-0F1C10AD7E0F}"/>
              </a:ext>
            </a:extLst>
          </p:cNvPr>
          <p:cNvSpPr/>
          <p:nvPr/>
        </p:nvSpPr>
        <p:spPr>
          <a:xfrm>
            <a:off x="10235840" y="162867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2" name="矩形 401">
            <a:extLst>
              <a:ext uri="{FF2B5EF4-FFF2-40B4-BE49-F238E27FC236}">
                <a16:creationId xmlns:a16="http://schemas.microsoft.com/office/drawing/2014/main" id="{386835F5-4EBD-DBBA-3E04-5775D05EE410}"/>
              </a:ext>
            </a:extLst>
          </p:cNvPr>
          <p:cNvSpPr/>
          <p:nvPr/>
        </p:nvSpPr>
        <p:spPr>
          <a:xfrm>
            <a:off x="983515" y="728762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3" name="矩形 402">
            <a:extLst>
              <a:ext uri="{FF2B5EF4-FFF2-40B4-BE49-F238E27FC236}">
                <a16:creationId xmlns:a16="http://schemas.microsoft.com/office/drawing/2014/main" id="{3B19FA6C-29AF-90B2-9B15-9004EFFD43E5}"/>
              </a:ext>
            </a:extLst>
          </p:cNvPr>
          <p:cNvSpPr/>
          <p:nvPr/>
        </p:nvSpPr>
        <p:spPr>
          <a:xfrm>
            <a:off x="1162280" y="90912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4" name="矩形 403">
            <a:extLst>
              <a:ext uri="{FF2B5EF4-FFF2-40B4-BE49-F238E27FC236}">
                <a16:creationId xmlns:a16="http://schemas.microsoft.com/office/drawing/2014/main" id="{3DFF51F9-A1C5-A92B-BBD2-7F0C4A2D2608}"/>
              </a:ext>
            </a:extLst>
          </p:cNvPr>
          <p:cNvSpPr/>
          <p:nvPr/>
        </p:nvSpPr>
        <p:spPr>
          <a:xfrm>
            <a:off x="1522280" y="90912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5" name="矩形 404">
            <a:extLst>
              <a:ext uri="{FF2B5EF4-FFF2-40B4-BE49-F238E27FC236}">
                <a16:creationId xmlns:a16="http://schemas.microsoft.com/office/drawing/2014/main" id="{C1418A88-032B-0709-4F96-701337EDB892}"/>
              </a:ext>
            </a:extLst>
          </p:cNvPr>
          <p:cNvSpPr/>
          <p:nvPr/>
        </p:nvSpPr>
        <p:spPr>
          <a:xfrm>
            <a:off x="1162280" y="108912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6" name="矩形 405">
            <a:extLst>
              <a:ext uri="{FF2B5EF4-FFF2-40B4-BE49-F238E27FC236}">
                <a16:creationId xmlns:a16="http://schemas.microsoft.com/office/drawing/2014/main" id="{07A037D2-D42E-6ADA-29F5-69CBBC2FC389}"/>
              </a:ext>
            </a:extLst>
          </p:cNvPr>
          <p:cNvSpPr/>
          <p:nvPr/>
        </p:nvSpPr>
        <p:spPr>
          <a:xfrm>
            <a:off x="1522280" y="108912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7" name="矩形 406">
            <a:extLst>
              <a:ext uri="{FF2B5EF4-FFF2-40B4-BE49-F238E27FC236}">
                <a16:creationId xmlns:a16="http://schemas.microsoft.com/office/drawing/2014/main" id="{EFB565FE-68E2-F829-64E1-CDBC00F3408E}"/>
              </a:ext>
            </a:extLst>
          </p:cNvPr>
          <p:cNvSpPr/>
          <p:nvPr/>
        </p:nvSpPr>
        <p:spPr>
          <a:xfrm>
            <a:off x="1162280" y="126903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8" name="矩形 407">
            <a:extLst>
              <a:ext uri="{FF2B5EF4-FFF2-40B4-BE49-F238E27FC236}">
                <a16:creationId xmlns:a16="http://schemas.microsoft.com/office/drawing/2014/main" id="{80E99DFF-3DD1-6AD8-19D6-19BEC2AA2104}"/>
              </a:ext>
            </a:extLst>
          </p:cNvPr>
          <p:cNvSpPr/>
          <p:nvPr/>
        </p:nvSpPr>
        <p:spPr>
          <a:xfrm>
            <a:off x="1522280" y="126903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9" name="矩形 408">
            <a:extLst>
              <a:ext uri="{FF2B5EF4-FFF2-40B4-BE49-F238E27FC236}">
                <a16:creationId xmlns:a16="http://schemas.microsoft.com/office/drawing/2014/main" id="{C054AE92-1D9A-A782-21CB-1AE3B7DDBDA0}"/>
              </a:ext>
            </a:extLst>
          </p:cNvPr>
          <p:cNvSpPr/>
          <p:nvPr/>
        </p:nvSpPr>
        <p:spPr>
          <a:xfrm>
            <a:off x="1162280" y="144903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0" name="矩形 409">
            <a:extLst>
              <a:ext uri="{FF2B5EF4-FFF2-40B4-BE49-F238E27FC236}">
                <a16:creationId xmlns:a16="http://schemas.microsoft.com/office/drawing/2014/main" id="{C6A90885-45DE-0FE1-D805-5770EE22C821}"/>
              </a:ext>
            </a:extLst>
          </p:cNvPr>
          <p:cNvSpPr/>
          <p:nvPr/>
        </p:nvSpPr>
        <p:spPr>
          <a:xfrm>
            <a:off x="1522280" y="144903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1" name="矩形 410">
            <a:extLst>
              <a:ext uri="{FF2B5EF4-FFF2-40B4-BE49-F238E27FC236}">
                <a16:creationId xmlns:a16="http://schemas.microsoft.com/office/drawing/2014/main" id="{4125C12E-78D4-A29B-CE5E-2F90FE5ADB0A}"/>
              </a:ext>
            </a:extLst>
          </p:cNvPr>
          <p:cNvSpPr/>
          <p:nvPr/>
        </p:nvSpPr>
        <p:spPr>
          <a:xfrm>
            <a:off x="1162280" y="162885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2" name="矩形 411">
            <a:extLst>
              <a:ext uri="{FF2B5EF4-FFF2-40B4-BE49-F238E27FC236}">
                <a16:creationId xmlns:a16="http://schemas.microsoft.com/office/drawing/2014/main" id="{85CE8F22-66BB-0AAA-CF77-D593C5B11E44}"/>
              </a:ext>
            </a:extLst>
          </p:cNvPr>
          <p:cNvSpPr/>
          <p:nvPr/>
        </p:nvSpPr>
        <p:spPr>
          <a:xfrm>
            <a:off x="1342280" y="162894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3" name="矩形 412">
            <a:extLst>
              <a:ext uri="{FF2B5EF4-FFF2-40B4-BE49-F238E27FC236}">
                <a16:creationId xmlns:a16="http://schemas.microsoft.com/office/drawing/2014/main" id="{3E621E4D-58CB-ED67-6B27-804AB68B0FF1}"/>
              </a:ext>
            </a:extLst>
          </p:cNvPr>
          <p:cNvSpPr/>
          <p:nvPr/>
        </p:nvSpPr>
        <p:spPr>
          <a:xfrm>
            <a:off x="1522280" y="162885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4" name="矩形 413">
            <a:extLst>
              <a:ext uri="{FF2B5EF4-FFF2-40B4-BE49-F238E27FC236}">
                <a16:creationId xmlns:a16="http://schemas.microsoft.com/office/drawing/2014/main" id="{8225A4C6-8079-CD1B-5A8A-940DB64EF6CD}"/>
              </a:ext>
            </a:extLst>
          </p:cNvPr>
          <p:cNvSpPr/>
          <p:nvPr/>
        </p:nvSpPr>
        <p:spPr>
          <a:xfrm>
            <a:off x="1702280" y="728807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5" name="矩形 414">
            <a:extLst>
              <a:ext uri="{FF2B5EF4-FFF2-40B4-BE49-F238E27FC236}">
                <a16:creationId xmlns:a16="http://schemas.microsoft.com/office/drawing/2014/main" id="{8FFD84F3-05DD-461C-B6B6-23C9390D5515}"/>
              </a:ext>
            </a:extLst>
          </p:cNvPr>
          <p:cNvSpPr/>
          <p:nvPr/>
        </p:nvSpPr>
        <p:spPr>
          <a:xfrm>
            <a:off x="1882280" y="90925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6" name="矩形 415">
            <a:extLst>
              <a:ext uri="{FF2B5EF4-FFF2-40B4-BE49-F238E27FC236}">
                <a16:creationId xmlns:a16="http://schemas.microsoft.com/office/drawing/2014/main" id="{8BCC4506-561B-05ED-5C35-F113E0BD8370}"/>
              </a:ext>
            </a:extLst>
          </p:cNvPr>
          <p:cNvSpPr/>
          <p:nvPr/>
        </p:nvSpPr>
        <p:spPr>
          <a:xfrm>
            <a:off x="2062280" y="90934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7" name="矩形 416">
            <a:extLst>
              <a:ext uri="{FF2B5EF4-FFF2-40B4-BE49-F238E27FC236}">
                <a16:creationId xmlns:a16="http://schemas.microsoft.com/office/drawing/2014/main" id="{8BDA4492-D4A7-009B-ECBE-8E441AA62E7E}"/>
              </a:ext>
            </a:extLst>
          </p:cNvPr>
          <p:cNvSpPr/>
          <p:nvPr/>
        </p:nvSpPr>
        <p:spPr>
          <a:xfrm>
            <a:off x="2242280" y="90925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8" name="矩形 417">
            <a:extLst>
              <a:ext uri="{FF2B5EF4-FFF2-40B4-BE49-F238E27FC236}">
                <a16:creationId xmlns:a16="http://schemas.microsoft.com/office/drawing/2014/main" id="{85A2574C-A2EF-8A19-A77C-F9D20E045E7A}"/>
              </a:ext>
            </a:extLst>
          </p:cNvPr>
          <p:cNvSpPr/>
          <p:nvPr/>
        </p:nvSpPr>
        <p:spPr>
          <a:xfrm>
            <a:off x="1882280" y="108925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9" name="矩形 418">
            <a:extLst>
              <a:ext uri="{FF2B5EF4-FFF2-40B4-BE49-F238E27FC236}">
                <a16:creationId xmlns:a16="http://schemas.microsoft.com/office/drawing/2014/main" id="{C827B5EA-03A6-413B-D73B-7AA94937C5C5}"/>
              </a:ext>
            </a:extLst>
          </p:cNvPr>
          <p:cNvSpPr/>
          <p:nvPr/>
        </p:nvSpPr>
        <p:spPr>
          <a:xfrm>
            <a:off x="2242280" y="108925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0" name="矩形 419">
            <a:extLst>
              <a:ext uri="{FF2B5EF4-FFF2-40B4-BE49-F238E27FC236}">
                <a16:creationId xmlns:a16="http://schemas.microsoft.com/office/drawing/2014/main" id="{E99F9489-761A-FC60-958F-CB030F93704A}"/>
              </a:ext>
            </a:extLst>
          </p:cNvPr>
          <p:cNvSpPr/>
          <p:nvPr/>
        </p:nvSpPr>
        <p:spPr>
          <a:xfrm>
            <a:off x="1882280" y="126916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1" name="矩形 420">
            <a:extLst>
              <a:ext uri="{FF2B5EF4-FFF2-40B4-BE49-F238E27FC236}">
                <a16:creationId xmlns:a16="http://schemas.microsoft.com/office/drawing/2014/main" id="{143630DE-C778-3F69-E6C7-E1B383B177F6}"/>
              </a:ext>
            </a:extLst>
          </p:cNvPr>
          <p:cNvSpPr/>
          <p:nvPr/>
        </p:nvSpPr>
        <p:spPr>
          <a:xfrm>
            <a:off x="2062280" y="126925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2" name="矩形 421">
            <a:extLst>
              <a:ext uri="{FF2B5EF4-FFF2-40B4-BE49-F238E27FC236}">
                <a16:creationId xmlns:a16="http://schemas.microsoft.com/office/drawing/2014/main" id="{F7744F15-67FD-B126-9A0F-1078B1087C01}"/>
              </a:ext>
            </a:extLst>
          </p:cNvPr>
          <p:cNvSpPr/>
          <p:nvPr/>
        </p:nvSpPr>
        <p:spPr>
          <a:xfrm>
            <a:off x="2242280" y="126916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3" name="矩形 422">
            <a:extLst>
              <a:ext uri="{FF2B5EF4-FFF2-40B4-BE49-F238E27FC236}">
                <a16:creationId xmlns:a16="http://schemas.microsoft.com/office/drawing/2014/main" id="{09DACA9C-BBBA-14B9-CDD7-75B51A136477}"/>
              </a:ext>
            </a:extLst>
          </p:cNvPr>
          <p:cNvSpPr/>
          <p:nvPr/>
        </p:nvSpPr>
        <p:spPr>
          <a:xfrm>
            <a:off x="1882280" y="144903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4" name="矩形 423">
            <a:extLst>
              <a:ext uri="{FF2B5EF4-FFF2-40B4-BE49-F238E27FC236}">
                <a16:creationId xmlns:a16="http://schemas.microsoft.com/office/drawing/2014/main" id="{06660B8C-5A99-C90D-B69C-6FDD7E8A3C28}"/>
              </a:ext>
            </a:extLst>
          </p:cNvPr>
          <p:cNvSpPr/>
          <p:nvPr/>
        </p:nvSpPr>
        <p:spPr>
          <a:xfrm>
            <a:off x="1882280" y="162898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5" name="矩形 424">
            <a:extLst>
              <a:ext uri="{FF2B5EF4-FFF2-40B4-BE49-F238E27FC236}">
                <a16:creationId xmlns:a16="http://schemas.microsoft.com/office/drawing/2014/main" id="{8DBFBA37-E88E-4A63-5B10-29AFE05A8A37}"/>
              </a:ext>
            </a:extLst>
          </p:cNvPr>
          <p:cNvSpPr/>
          <p:nvPr/>
        </p:nvSpPr>
        <p:spPr>
          <a:xfrm>
            <a:off x="6096000" y="2169000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6" name="矩形 425">
            <a:extLst>
              <a:ext uri="{FF2B5EF4-FFF2-40B4-BE49-F238E27FC236}">
                <a16:creationId xmlns:a16="http://schemas.microsoft.com/office/drawing/2014/main" id="{F7B35D8A-E0A2-D77D-5EFC-8AFDC46745CD}"/>
              </a:ext>
            </a:extLst>
          </p:cNvPr>
          <p:cNvSpPr/>
          <p:nvPr/>
        </p:nvSpPr>
        <p:spPr>
          <a:xfrm>
            <a:off x="6276000" y="234945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7" name="矩形 426">
            <a:extLst>
              <a:ext uri="{FF2B5EF4-FFF2-40B4-BE49-F238E27FC236}">
                <a16:creationId xmlns:a16="http://schemas.microsoft.com/office/drawing/2014/main" id="{42B0061C-6E1A-772E-CF90-6F76801F693E}"/>
              </a:ext>
            </a:extLst>
          </p:cNvPr>
          <p:cNvSpPr/>
          <p:nvPr/>
        </p:nvSpPr>
        <p:spPr>
          <a:xfrm>
            <a:off x="6456000" y="234954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8" name="矩形 427">
            <a:extLst>
              <a:ext uri="{FF2B5EF4-FFF2-40B4-BE49-F238E27FC236}">
                <a16:creationId xmlns:a16="http://schemas.microsoft.com/office/drawing/2014/main" id="{DDAA6206-0724-59A0-A7C1-F8B5CC0B77FD}"/>
              </a:ext>
            </a:extLst>
          </p:cNvPr>
          <p:cNvSpPr/>
          <p:nvPr/>
        </p:nvSpPr>
        <p:spPr>
          <a:xfrm>
            <a:off x="6636000" y="234945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9" name="矩形 428">
            <a:extLst>
              <a:ext uri="{FF2B5EF4-FFF2-40B4-BE49-F238E27FC236}">
                <a16:creationId xmlns:a16="http://schemas.microsoft.com/office/drawing/2014/main" id="{065EE88A-2551-1658-32DA-98D933198F45}"/>
              </a:ext>
            </a:extLst>
          </p:cNvPr>
          <p:cNvSpPr/>
          <p:nvPr/>
        </p:nvSpPr>
        <p:spPr>
          <a:xfrm>
            <a:off x="6276000" y="252945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0" name="矩形 429">
            <a:extLst>
              <a:ext uri="{FF2B5EF4-FFF2-40B4-BE49-F238E27FC236}">
                <a16:creationId xmlns:a16="http://schemas.microsoft.com/office/drawing/2014/main" id="{780A724F-DB27-2C7E-CB20-DB65F6E03E4C}"/>
              </a:ext>
            </a:extLst>
          </p:cNvPr>
          <p:cNvSpPr/>
          <p:nvPr/>
        </p:nvSpPr>
        <p:spPr>
          <a:xfrm>
            <a:off x="6636000" y="252945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1" name="矩形 430">
            <a:extLst>
              <a:ext uri="{FF2B5EF4-FFF2-40B4-BE49-F238E27FC236}">
                <a16:creationId xmlns:a16="http://schemas.microsoft.com/office/drawing/2014/main" id="{4D1105FA-FFDF-DEAD-9C9E-2541B8AE7449}"/>
              </a:ext>
            </a:extLst>
          </p:cNvPr>
          <p:cNvSpPr/>
          <p:nvPr/>
        </p:nvSpPr>
        <p:spPr>
          <a:xfrm>
            <a:off x="6276000" y="270936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2" name="矩形 431">
            <a:extLst>
              <a:ext uri="{FF2B5EF4-FFF2-40B4-BE49-F238E27FC236}">
                <a16:creationId xmlns:a16="http://schemas.microsoft.com/office/drawing/2014/main" id="{7692F40C-2B20-09D0-7AA8-BD057E339425}"/>
              </a:ext>
            </a:extLst>
          </p:cNvPr>
          <p:cNvSpPr/>
          <p:nvPr/>
        </p:nvSpPr>
        <p:spPr>
          <a:xfrm>
            <a:off x="6636000" y="270936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3" name="矩形 432">
            <a:extLst>
              <a:ext uri="{FF2B5EF4-FFF2-40B4-BE49-F238E27FC236}">
                <a16:creationId xmlns:a16="http://schemas.microsoft.com/office/drawing/2014/main" id="{F80E43B1-656C-27A1-4174-55D5AA7C3AE0}"/>
              </a:ext>
            </a:extLst>
          </p:cNvPr>
          <p:cNvSpPr/>
          <p:nvPr/>
        </p:nvSpPr>
        <p:spPr>
          <a:xfrm>
            <a:off x="6276000" y="288922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4" name="矩形 433">
            <a:extLst>
              <a:ext uri="{FF2B5EF4-FFF2-40B4-BE49-F238E27FC236}">
                <a16:creationId xmlns:a16="http://schemas.microsoft.com/office/drawing/2014/main" id="{93CB18C8-C7F0-9AA0-B5D6-4797DACF6036}"/>
              </a:ext>
            </a:extLst>
          </p:cNvPr>
          <p:cNvSpPr/>
          <p:nvPr/>
        </p:nvSpPr>
        <p:spPr>
          <a:xfrm>
            <a:off x="6636000" y="288936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5" name="矩形 434">
            <a:extLst>
              <a:ext uri="{FF2B5EF4-FFF2-40B4-BE49-F238E27FC236}">
                <a16:creationId xmlns:a16="http://schemas.microsoft.com/office/drawing/2014/main" id="{47D92B03-BBB4-0CC2-09CF-5B7D3C8EF65B}"/>
              </a:ext>
            </a:extLst>
          </p:cNvPr>
          <p:cNvSpPr/>
          <p:nvPr/>
        </p:nvSpPr>
        <p:spPr>
          <a:xfrm>
            <a:off x="6276000" y="306918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6" name="矩形 435">
            <a:extLst>
              <a:ext uri="{FF2B5EF4-FFF2-40B4-BE49-F238E27FC236}">
                <a16:creationId xmlns:a16="http://schemas.microsoft.com/office/drawing/2014/main" id="{E6D5D2C2-6479-4277-1402-A8C4B05E4658}"/>
              </a:ext>
            </a:extLst>
          </p:cNvPr>
          <p:cNvSpPr/>
          <p:nvPr/>
        </p:nvSpPr>
        <p:spPr>
          <a:xfrm>
            <a:off x="6456000" y="306927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7" name="矩形 436">
            <a:extLst>
              <a:ext uri="{FF2B5EF4-FFF2-40B4-BE49-F238E27FC236}">
                <a16:creationId xmlns:a16="http://schemas.microsoft.com/office/drawing/2014/main" id="{F7B3D445-2C32-F2EB-1F71-9E78C5EA89AB}"/>
              </a:ext>
            </a:extLst>
          </p:cNvPr>
          <p:cNvSpPr/>
          <p:nvPr/>
        </p:nvSpPr>
        <p:spPr>
          <a:xfrm>
            <a:off x="6822230" y="2169000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8" name="矩形 437">
            <a:extLst>
              <a:ext uri="{FF2B5EF4-FFF2-40B4-BE49-F238E27FC236}">
                <a16:creationId xmlns:a16="http://schemas.microsoft.com/office/drawing/2014/main" id="{132C18DF-ED46-F012-7277-83EED4085510}"/>
              </a:ext>
            </a:extLst>
          </p:cNvPr>
          <p:cNvSpPr/>
          <p:nvPr/>
        </p:nvSpPr>
        <p:spPr>
          <a:xfrm>
            <a:off x="7002230" y="234972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9" name="矩形 438">
            <a:extLst>
              <a:ext uri="{FF2B5EF4-FFF2-40B4-BE49-F238E27FC236}">
                <a16:creationId xmlns:a16="http://schemas.microsoft.com/office/drawing/2014/main" id="{D00A39D9-A1FE-ADE7-C4F1-B04E33A3EDC9}"/>
              </a:ext>
            </a:extLst>
          </p:cNvPr>
          <p:cNvSpPr/>
          <p:nvPr/>
        </p:nvSpPr>
        <p:spPr>
          <a:xfrm>
            <a:off x="7182230" y="234981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0" name="矩形 439">
            <a:extLst>
              <a:ext uri="{FF2B5EF4-FFF2-40B4-BE49-F238E27FC236}">
                <a16:creationId xmlns:a16="http://schemas.microsoft.com/office/drawing/2014/main" id="{25C01FB8-890A-7B9B-2578-6CA70AE91800}"/>
              </a:ext>
            </a:extLst>
          </p:cNvPr>
          <p:cNvSpPr/>
          <p:nvPr/>
        </p:nvSpPr>
        <p:spPr>
          <a:xfrm>
            <a:off x="7362230" y="234972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1" name="矩形 440">
            <a:extLst>
              <a:ext uri="{FF2B5EF4-FFF2-40B4-BE49-F238E27FC236}">
                <a16:creationId xmlns:a16="http://schemas.microsoft.com/office/drawing/2014/main" id="{62B7EF51-BA8A-FA0A-F6FB-B357D4175863}"/>
              </a:ext>
            </a:extLst>
          </p:cNvPr>
          <p:cNvSpPr/>
          <p:nvPr/>
        </p:nvSpPr>
        <p:spPr>
          <a:xfrm>
            <a:off x="7002230" y="252972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2" name="矩形 441">
            <a:extLst>
              <a:ext uri="{FF2B5EF4-FFF2-40B4-BE49-F238E27FC236}">
                <a16:creationId xmlns:a16="http://schemas.microsoft.com/office/drawing/2014/main" id="{BAB0AA9B-1E99-1A49-236E-99C6D5EC17B1}"/>
              </a:ext>
            </a:extLst>
          </p:cNvPr>
          <p:cNvSpPr/>
          <p:nvPr/>
        </p:nvSpPr>
        <p:spPr>
          <a:xfrm>
            <a:off x="7362230" y="252972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3" name="矩形 442">
            <a:extLst>
              <a:ext uri="{FF2B5EF4-FFF2-40B4-BE49-F238E27FC236}">
                <a16:creationId xmlns:a16="http://schemas.microsoft.com/office/drawing/2014/main" id="{54690781-E863-BD91-68CB-D9E618815145}"/>
              </a:ext>
            </a:extLst>
          </p:cNvPr>
          <p:cNvSpPr/>
          <p:nvPr/>
        </p:nvSpPr>
        <p:spPr>
          <a:xfrm>
            <a:off x="7002230" y="270963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4" name="矩形 443">
            <a:extLst>
              <a:ext uri="{FF2B5EF4-FFF2-40B4-BE49-F238E27FC236}">
                <a16:creationId xmlns:a16="http://schemas.microsoft.com/office/drawing/2014/main" id="{30BC3E0F-92C0-EAEF-D780-067F7A9B1EC0}"/>
              </a:ext>
            </a:extLst>
          </p:cNvPr>
          <p:cNvSpPr/>
          <p:nvPr/>
        </p:nvSpPr>
        <p:spPr>
          <a:xfrm>
            <a:off x="7182230" y="270972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5" name="矩形 444">
            <a:extLst>
              <a:ext uri="{FF2B5EF4-FFF2-40B4-BE49-F238E27FC236}">
                <a16:creationId xmlns:a16="http://schemas.microsoft.com/office/drawing/2014/main" id="{5E05566E-F27B-290A-F52B-FD305FF193FC}"/>
              </a:ext>
            </a:extLst>
          </p:cNvPr>
          <p:cNvSpPr/>
          <p:nvPr/>
        </p:nvSpPr>
        <p:spPr>
          <a:xfrm>
            <a:off x="7362230" y="270963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6" name="矩形 445">
            <a:extLst>
              <a:ext uri="{FF2B5EF4-FFF2-40B4-BE49-F238E27FC236}">
                <a16:creationId xmlns:a16="http://schemas.microsoft.com/office/drawing/2014/main" id="{8EEE40D8-0CC9-5923-C745-AC6913C228B9}"/>
              </a:ext>
            </a:extLst>
          </p:cNvPr>
          <p:cNvSpPr/>
          <p:nvPr/>
        </p:nvSpPr>
        <p:spPr>
          <a:xfrm>
            <a:off x="7002230" y="288963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7" name="矩形 446">
            <a:extLst>
              <a:ext uri="{FF2B5EF4-FFF2-40B4-BE49-F238E27FC236}">
                <a16:creationId xmlns:a16="http://schemas.microsoft.com/office/drawing/2014/main" id="{6AE1E6F2-5337-F058-4989-B716A2BD46B7}"/>
              </a:ext>
            </a:extLst>
          </p:cNvPr>
          <p:cNvSpPr/>
          <p:nvPr/>
        </p:nvSpPr>
        <p:spPr>
          <a:xfrm>
            <a:off x="7362230" y="288963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8" name="矩形 447">
            <a:extLst>
              <a:ext uri="{FF2B5EF4-FFF2-40B4-BE49-F238E27FC236}">
                <a16:creationId xmlns:a16="http://schemas.microsoft.com/office/drawing/2014/main" id="{3C57A357-7321-999D-2AA3-391F03C1FD40}"/>
              </a:ext>
            </a:extLst>
          </p:cNvPr>
          <p:cNvSpPr/>
          <p:nvPr/>
        </p:nvSpPr>
        <p:spPr>
          <a:xfrm>
            <a:off x="7002230" y="306945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9" name="矩形 448">
            <a:extLst>
              <a:ext uri="{FF2B5EF4-FFF2-40B4-BE49-F238E27FC236}">
                <a16:creationId xmlns:a16="http://schemas.microsoft.com/office/drawing/2014/main" id="{FCA73903-5EFC-92B9-F96E-79F52B735C15}"/>
              </a:ext>
            </a:extLst>
          </p:cNvPr>
          <p:cNvSpPr/>
          <p:nvPr/>
        </p:nvSpPr>
        <p:spPr>
          <a:xfrm>
            <a:off x="7362230" y="306945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2" name="矩形 461">
            <a:extLst>
              <a:ext uri="{FF2B5EF4-FFF2-40B4-BE49-F238E27FC236}">
                <a16:creationId xmlns:a16="http://schemas.microsoft.com/office/drawing/2014/main" id="{CAA459A3-AE4D-ED8F-82EF-CA15E743773B}"/>
              </a:ext>
            </a:extLst>
          </p:cNvPr>
          <p:cNvSpPr/>
          <p:nvPr/>
        </p:nvSpPr>
        <p:spPr>
          <a:xfrm>
            <a:off x="8272457" y="2169000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3" name="矩形 462">
            <a:extLst>
              <a:ext uri="{FF2B5EF4-FFF2-40B4-BE49-F238E27FC236}">
                <a16:creationId xmlns:a16="http://schemas.microsoft.com/office/drawing/2014/main" id="{C18E1283-2198-FCE7-509D-260CD7E4133B}"/>
              </a:ext>
            </a:extLst>
          </p:cNvPr>
          <p:cNvSpPr/>
          <p:nvPr/>
        </p:nvSpPr>
        <p:spPr>
          <a:xfrm>
            <a:off x="8454929" y="234891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4" name="矩形 463">
            <a:extLst>
              <a:ext uri="{FF2B5EF4-FFF2-40B4-BE49-F238E27FC236}">
                <a16:creationId xmlns:a16="http://schemas.microsoft.com/office/drawing/2014/main" id="{8ADEF62E-4FF1-6395-D454-030316CBE200}"/>
              </a:ext>
            </a:extLst>
          </p:cNvPr>
          <p:cNvSpPr/>
          <p:nvPr/>
        </p:nvSpPr>
        <p:spPr>
          <a:xfrm>
            <a:off x="8814929" y="234891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5" name="矩形 464">
            <a:extLst>
              <a:ext uri="{FF2B5EF4-FFF2-40B4-BE49-F238E27FC236}">
                <a16:creationId xmlns:a16="http://schemas.microsoft.com/office/drawing/2014/main" id="{1BDA6AA2-EC56-0A48-49D2-35D9DBAD2C2D}"/>
              </a:ext>
            </a:extLst>
          </p:cNvPr>
          <p:cNvSpPr/>
          <p:nvPr/>
        </p:nvSpPr>
        <p:spPr>
          <a:xfrm>
            <a:off x="8454929" y="252891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6" name="矩形 465">
            <a:extLst>
              <a:ext uri="{FF2B5EF4-FFF2-40B4-BE49-F238E27FC236}">
                <a16:creationId xmlns:a16="http://schemas.microsoft.com/office/drawing/2014/main" id="{F9DB530B-8285-ADE2-B632-AD4BD272B5A0}"/>
              </a:ext>
            </a:extLst>
          </p:cNvPr>
          <p:cNvSpPr/>
          <p:nvPr/>
        </p:nvSpPr>
        <p:spPr>
          <a:xfrm>
            <a:off x="8814929" y="252891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7" name="矩形 466">
            <a:extLst>
              <a:ext uri="{FF2B5EF4-FFF2-40B4-BE49-F238E27FC236}">
                <a16:creationId xmlns:a16="http://schemas.microsoft.com/office/drawing/2014/main" id="{DF2C70DC-B252-E567-941E-E5031AB95912}"/>
              </a:ext>
            </a:extLst>
          </p:cNvPr>
          <p:cNvSpPr/>
          <p:nvPr/>
        </p:nvSpPr>
        <p:spPr>
          <a:xfrm>
            <a:off x="8454929" y="270882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8" name="矩形 467">
            <a:extLst>
              <a:ext uri="{FF2B5EF4-FFF2-40B4-BE49-F238E27FC236}">
                <a16:creationId xmlns:a16="http://schemas.microsoft.com/office/drawing/2014/main" id="{A352EDA1-5E73-3BD3-1643-F2510BA67C1D}"/>
              </a:ext>
            </a:extLst>
          </p:cNvPr>
          <p:cNvSpPr/>
          <p:nvPr/>
        </p:nvSpPr>
        <p:spPr>
          <a:xfrm>
            <a:off x="8634929" y="270891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9" name="矩形 468">
            <a:extLst>
              <a:ext uri="{FF2B5EF4-FFF2-40B4-BE49-F238E27FC236}">
                <a16:creationId xmlns:a16="http://schemas.microsoft.com/office/drawing/2014/main" id="{17C7DB88-72AE-F446-CEC6-5A6ED73B32BE}"/>
              </a:ext>
            </a:extLst>
          </p:cNvPr>
          <p:cNvSpPr/>
          <p:nvPr/>
        </p:nvSpPr>
        <p:spPr>
          <a:xfrm>
            <a:off x="8814929" y="270882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0" name="矩形 469">
            <a:extLst>
              <a:ext uri="{FF2B5EF4-FFF2-40B4-BE49-F238E27FC236}">
                <a16:creationId xmlns:a16="http://schemas.microsoft.com/office/drawing/2014/main" id="{7CDF6AB9-7307-D1D0-7170-D21275290AC0}"/>
              </a:ext>
            </a:extLst>
          </p:cNvPr>
          <p:cNvSpPr/>
          <p:nvPr/>
        </p:nvSpPr>
        <p:spPr>
          <a:xfrm>
            <a:off x="8454929" y="2888685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1" name="矩形 470">
            <a:extLst>
              <a:ext uri="{FF2B5EF4-FFF2-40B4-BE49-F238E27FC236}">
                <a16:creationId xmlns:a16="http://schemas.microsoft.com/office/drawing/2014/main" id="{78C468CD-18BE-C41D-7803-A3B832A33171}"/>
              </a:ext>
            </a:extLst>
          </p:cNvPr>
          <p:cNvSpPr/>
          <p:nvPr/>
        </p:nvSpPr>
        <p:spPr>
          <a:xfrm>
            <a:off x="8814929" y="288882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2" name="矩形 471">
            <a:extLst>
              <a:ext uri="{FF2B5EF4-FFF2-40B4-BE49-F238E27FC236}">
                <a16:creationId xmlns:a16="http://schemas.microsoft.com/office/drawing/2014/main" id="{A25E5338-CE77-F5F7-2654-C1B068F9D4F0}"/>
              </a:ext>
            </a:extLst>
          </p:cNvPr>
          <p:cNvSpPr/>
          <p:nvPr/>
        </p:nvSpPr>
        <p:spPr>
          <a:xfrm>
            <a:off x="8454929" y="306864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3" name="矩形 472">
            <a:extLst>
              <a:ext uri="{FF2B5EF4-FFF2-40B4-BE49-F238E27FC236}">
                <a16:creationId xmlns:a16="http://schemas.microsoft.com/office/drawing/2014/main" id="{686A7C46-200E-259C-1774-73E2B0B7AFB0}"/>
              </a:ext>
            </a:extLst>
          </p:cNvPr>
          <p:cNvSpPr/>
          <p:nvPr/>
        </p:nvSpPr>
        <p:spPr>
          <a:xfrm>
            <a:off x="8814929" y="306864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4" name="矩形 473">
            <a:extLst>
              <a:ext uri="{FF2B5EF4-FFF2-40B4-BE49-F238E27FC236}">
                <a16:creationId xmlns:a16="http://schemas.microsoft.com/office/drawing/2014/main" id="{53D7B333-E861-8FB4-3256-56AFDD4D2ABB}"/>
              </a:ext>
            </a:extLst>
          </p:cNvPr>
          <p:cNvSpPr/>
          <p:nvPr/>
        </p:nvSpPr>
        <p:spPr>
          <a:xfrm>
            <a:off x="7554545" y="2169000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5" name="矩形 474">
            <a:extLst>
              <a:ext uri="{FF2B5EF4-FFF2-40B4-BE49-F238E27FC236}">
                <a16:creationId xmlns:a16="http://schemas.microsoft.com/office/drawing/2014/main" id="{D65FCCF8-98C2-C714-2E0C-02002A2E7CE0}"/>
              </a:ext>
            </a:extLst>
          </p:cNvPr>
          <p:cNvSpPr/>
          <p:nvPr/>
        </p:nvSpPr>
        <p:spPr>
          <a:xfrm>
            <a:off x="7914545" y="234909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6" name="矩形 475">
            <a:extLst>
              <a:ext uri="{FF2B5EF4-FFF2-40B4-BE49-F238E27FC236}">
                <a16:creationId xmlns:a16="http://schemas.microsoft.com/office/drawing/2014/main" id="{FBAE2313-5DB8-FDE8-6E59-6773E1235BF4}"/>
              </a:ext>
            </a:extLst>
          </p:cNvPr>
          <p:cNvSpPr/>
          <p:nvPr/>
        </p:nvSpPr>
        <p:spPr>
          <a:xfrm>
            <a:off x="8094545" y="234900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7" name="矩形 476">
            <a:extLst>
              <a:ext uri="{FF2B5EF4-FFF2-40B4-BE49-F238E27FC236}">
                <a16:creationId xmlns:a16="http://schemas.microsoft.com/office/drawing/2014/main" id="{E77DB2BA-6401-CC29-A867-5037F4D7D176}"/>
              </a:ext>
            </a:extLst>
          </p:cNvPr>
          <p:cNvSpPr/>
          <p:nvPr/>
        </p:nvSpPr>
        <p:spPr>
          <a:xfrm>
            <a:off x="7734545" y="252900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8" name="矩形 477">
            <a:extLst>
              <a:ext uri="{FF2B5EF4-FFF2-40B4-BE49-F238E27FC236}">
                <a16:creationId xmlns:a16="http://schemas.microsoft.com/office/drawing/2014/main" id="{A7542809-E429-F103-4006-752B9BE5439A}"/>
              </a:ext>
            </a:extLst>
          </p:cNvPr>
          <p:cNvSpPr/>
          <p:nvPr/>
        </p:nvSpPr>
        <p:spPr>
          <a:xfrm>
            <a:off x="7734545" y="270891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9" name="矩形 478">
            <a:extLst>
              <a:ext uri="{FF2B5EF4-FFF2-40B4-BE49-F238E27FC236}">
                <a16:creationId xmlns:a16="http://schemas.microsoft.com/office/drawing/2014/main" id="{8524FA3E-7FBA-8B15-6B3B-E11F93F527E8}"/>
              </a:ext>
            </a:extLst>
          </p:cNvPr>
          <p:cNvSpPr/>
          <p:nvPr/>
        </p:nvSpPr>
        <p:spPr>
          <a:xfrm>
            <a:off x="7914545" y="270900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0" name="矩形 479">
            <a:extLst>
              <a:ext uri="{FF2B5EF4-FFF2-40B4-BE49-F238E27FC236}">
                <a16:creationId xmlns:a16="http://schemas.microsoft.com/office/drawing/2014/main" id="{EFD4C481-650B-36CF-CFDB-AE74F02D641E}"/>
              </a:ext>
            </a:extLst>
          </p:cNvPr>
          <p:cNvSpPr/>
          <p:nvPr/>
        </p:nvSpPr>
        <p:spPr>
          <a:xfrm>
            <a:off x="8094545" y="270891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1" name="矩形 480">
            <a:extLst>
              <a:ext uri="{FF2B5EF4-FFF2-40B4-BE49-F238E27FC236}">
                <a16:creationId xmlns:a16="http://schemas.microsoft.com/office/drawing/2014/main" id="{006027B5-3A02-D6CC-54FC-8DA0DD87AF33}"/>
              </a:ext>
            </a:extLst>
          </p:cNvPr>
          <p:cNvSpPr/>
          <p:nvPr/>
        </p:nvSpPr>
        <p:spPr>
          <a:xfrm>
            <a:off x="8094545" y="288891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2" name="矩形 481">
            <a:extLst>
              <a:ext uri="{FF2B5EF4-FFF2-40B4-BE49-F238E27FC236}">
                <a16:creationId xmlns:a16="http://schemas.microsoft.com/office/drawing/2014/main" id="{BCAD5CE3-6FA9-84DC-89D4-D64F9E7767FC}"/>
              </a:ext>
            </a:extLst>
          </p:cNvPr>
          <p:cNvSpPr/>
          <p:nvPr/>
        </p:nvSpPr>
        <p:spPr>
          <a:xfrm>
            <a:off x="7734545" y="306873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3" name="矩形 482">
            <a:extLst>
              <a:ext uri="{FF2B5EF4-FFF2-40B4-BE49-F238E27FC236}">
                <a16:creationId xmlns:a16="http://schemas.microsoft.com/office/drawing/2014/main" id="{7E1861F7-69AD-BE6A-FAD1-7EBA1AEF15E2}"/>
              </a:ext>
            </a:extLst>
          </p:cNvPr>
          <p:cNvSpPr/>
          <p:nvPr/>
        </p:nvSpPr>
        <p:spPr>
          <a:xfrm>
            <a:off x="7914545" y="306882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4" name="矩形 483">
            <a:extLst>
              <a:ext uri="{FF2B5EF4-FFF2-40B4-BE49-F238E27FC236}">
                <a16:creationId xmlns:a16="http://schemas.microsoft.com/office/drawing/2014/main" id="{62568DFE-B043-2F6F-3982-C312307D605A}"/>
              </a:ext>
            </a:extLst>
          </p:cNvPr>
          <p:cNvSpPr/>
          <p:nvPr/>
        </p:nvSpPr>
        <p:spPr>
          <a:xfrm>
            <a:off x="8094545" y="306873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5" name="矩形 484">
            <a:extLst>
              <a:ext uri="{FF2B5EF4-FFF2-40B4-BE49-F238E27FC236}">
                <a16:creationId xmlns:a16="http://schemas.microsoft.com/office/drawing/2014/main" id="{B2DA8862-C164-F748-E21B-5A9ADCED88F2}"/>
              </a:ext>
            </a:extLst>
          </p:cNvPr>
          <p:cNvSpPr/>
          <p:nvPr/>
        </p:nvSpPr>
        <p:spPr>
          <a:xfrm>
            <a:off x="7733925" y="2349090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6" name="矩形 485">
            <a:extLst>
              <a:ext uri="{FF2B5EF4-FFF2-40B4-BE49-F238E27FC236}">
                <a16:creationId xmlns:a16="http://schemas.microsoft.com/office/drawing/2014/main" id="{6DE5FD76-3590-4F8D-CBC1-081F5FD6552A}"/>
              </a:ext>
            </a:extLst>
          </p:cNvPr>
          <p:cNvSpPr/>
          <p:nvPr/>
        </p:nvSpPr>
        <p:spPr>
          <a:xfrm>
            <a:off x="6096000" y="3608707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7" name="矩形 486">
            <a:extLst>
              <a:ext uri="{FF2B5EF4-FFF2-40B4-BE49-F238E27FC236}">
                <a16:creationId xmlns:a16="http://schemas.microsoft.com/office/drawing/2014/main" id="{9168AB4F-5977-7AEC-6559-D58051DC74D6}"/>
              </a:ext>
            </a:extLst>
          </p:cNvPr>
          <p:cNvSpPr/>
          <p:nvPr/>
        </p:nvSpPr>
        <p:spPr>
          <a:xfrm>
            <a:off x="6276000" y="378897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8" name="矩形 487">
            <a:extLst>
              <a:ext uri="{FF2B5EF4-FFF2-40B4-BE49-F238E27FC236}">
                <a16:creationId xmlns:a16="http://schemas.microsoft.com/office/drawing/2014/main" id="{41C0170C-CD38-F6F1-B7BB-D433496B8BD0}"/>
              </a:ext>
            </a:extLst>
          </p:cNvPr>
          <p:cNvSpPr/>
          <p:nvPr/>
        </p:nvSpPr>
        <p:spPr>
          <a:xfrm>
            <a:off x="6456000" y="378906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9" name="矩形 488">
            <a:extLst>
              <a:ext uri="{FF2B5EF4-FFF2-40B4-BE49-F238E27FC236}">
                <a16:creationId xmlns:a16="http://schemas.microsoft.com/office/drawing/2014/main" id="{4E4594CA-5D1F-BEC6-9EC3-D4BDD6F5CAD8}"/>
              </a:ext>
            </a:extLst>
          </p:cNvPr>
          <p:cNvSpPr/>
          <p:nvPr/>
        </p:nvSpPr>
        <p:spPr>
          <a:xfrm>
            <a:off x="6636000" y="378897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0" name="矩形 489">
            <a:extLst>
              <a:ext uri="{FF2B5EF4-FFF2-40B4-BE49-F238E27FC236}">
                <a16:creationId xmlns:a16="http://schemas.microsoft.com/office/drawing/2014/main" id="{A8505562-7D0C-6842-B5E6-6FBF6D404EE0}"/>
              </a:ext>
            </a:extLst>
          </p:cNvPr>
          <p:cNvSpPr/>
          <p:nvPr/>
        </p:nvSpPr>
        <p:spPr>
          <a:xfrm>
            <a:off x="6636000" y="396897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1" name="矩形 490">
            <a:extLst>
              <a:ext uri="{FF2B5EF4-FFF2-40B4-BE49-F238E27FC236}">
                <a16:creationId xmlns:a16="http://schemas.microsoft.com/office/drawing/2014/main" id="{95DBE86B-FC99-1E6A-A3D5-688B392FFE45}"/>
              </a:ext>
            </a:extLst>
          </p:cNvPr>
          <p:cNvSpPr/>
          <p:nvPr/>
        </p:nvSpPr>
        <p:spPr>
          <a:xfrm>
            <a:off x="6636000" y="414888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2" name="矩形 491">
            <a:extLst>
              <a:ext uri="{FF2B5EF4-FFF2-40B4-BE49-F238E27FC236}">
                <a16:creationId xmlns:a16="http://schemas.microsoft.com/office/drawing/2014/main" id="{15D25A7F-9409-25DE-2686-AF5CC647F794}"/>
              </a:ext>
            </a:extLst>
          </p:cNvPr>
          <p:cNvSpPr/>
          <p:nvPr/>
        </p:nvSpPr>
        <p:spPr>
          <a:xfrm>
            <a:off x="6276000" y="432875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3" name="矩形 492">
            <a:extLst>
              <a:ext uri="{FF2B5EF4-FFF2-40B4-BE49-F238E27FC236}">
                <a16:creationId xmlns:a16="http://schemas.microsoft.com/office/drawing/2014/main" id="{59DD999D-C0EB-467C-CF64-EE34C16DFA97}"/>
              </a:ext>
            </a:extLst>
          </p:cNvPr>
          <p:cNvSpPr/>
          <p:nvPr/>
        </p:nvSpPr>
        <p:spPr>
          <a:xfrm>
            <a:off x="6636000" y="432888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4" name="矩形 493">
            <a:extLst>
              <a:ext uri="{FF2B5EF4-FFF2-40B4-BE49-F238E27FC236}">
                <a16:creationId xmlns:a16="http://schemas.microsoft.com/office/drawing/2014/main" id="{A857AEE1-2382-A127-D77F-B7ACB1C049B8}"/>
              </a:ext>
            </a:extLst>
          </p:cNvPr>
          <p:cNvSpPr/>
          <p:nvPr/>
        </p:nvSpPr>
        <p:spPr>
          <a:xfrm>
            <a:off x="6276000" y="450870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5" name="矩形 494">
            <a:extLst>
              <a:ext uri="{FF2B5EF4-FFF2-40B4-BE49-F238E27FC236}">
                <a16:creationId xmlns:a16="http://schemas.microsoft.com/office/drawing/2014/main" id="{51867C92-E05D-5F2A-A8CD-AEEBCB9894C3}"/>
              </a:ext>
            </a:extLst>
          </p:cNvPr>
          <p:cNvSpPr/>
          <p:nvPr/>
        </p:nvSpPr>
        <p:spPr>
          <a:xfrm>
            <a:off x="6456000" y="450879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6" name="矩形 495">
            <a:extLst>
              <a:ext uri="{FF2B5EF4-FFF2-40B4-BE49-F238E27FC236}">
                <a16:creationId xmlns:a16="http://schemas.microsoft.com/office/drawing/2014/main" id="{42588ABE-3C83-8EBC-7981-0C882263B72C}"/>
              </a:ext>
            </a:extLst>
          </p:cNvPr>
          <p:cNvSpPr/>
          <p:nvPr/>
        </p:nvSpPr>
        <p:spPr>
          <a:xfrm>
            <a:off x="6636000" y="450870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7" name="矩形 496">
            <a:extLst>
              <a:ext uri="{FF2B5EF4-FFF2-40B4-BE49-F238E27FC236}">
                <a16:creationId xmlns:a16="http://schemas.microsoft.com/office/drawing/2014/main" id="{525AEC68-4666-BC66-DDC8-9C64AB4C8889}"/>
              </a:ext>
            </a:extLst>
          </p:cNvPr>
          <p:cNvSpPr/>
          <p:nvPr/>
        </p:nvSpPr>
        <p:spPr>
          <a:xfrm>
            <a:off x="6820435" y="3608707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8" name="矩形 497">
            <a:extLst>
              <a:ext uri="{FF2B5EF4-FFF2-40B4-BE49-F238E27FC236}">
                <a16:creationId xmlns:a16="http://schemas.microsoft.com/office/drawing/2014/main" id="{8DEE78E8-C894-E83F-6B24-3A8A627F1D79}"/>
              </a:ext>
            </a:extLst>
          </p:cNvPr>
          <p:cNvSpPr/>
          <p:nvPr/>
        </p:nvSpPr>
        <p:spPr>
          <a:xfrm>
            <a:off x="6999200" y="378906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9" name="矩形 498">
            <a:extLst>
              <a:ext uri="{FF2B5EF4-FFF2-40B4-BE49-F238E27FC236}">
                <a16:creationId xmlns:a16="http://schemas.microsoft.com/office/drawing/2014/main" id="{A6F8637A-AF06-2C19-AC96-62BDE21064E1}"/>
              </a:ext>
            </a:extLst>
          </p:cNvPr>
          <p:cNvSpPr/>
          <p:nvPr/>
        </p:nvSpPr>
        <p:spPr>
          <a:xfrm>
            <a:off x="7359200" y="378906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0" name="矩形 499">
            <a:extLst>
              <a:ext uri="{FF2B5EF4-FFF2-40B4-BE49-F238E27FC236}">
                <a16:creationId xmlns:a16="http://schemas.microsoft.com/office/drawing/2014/main" id="{ECAD2C42-940F-3C97-6A41-B091DF7842E4}"/>
              </a:ext>
            </a:extLst>
          </p:cNvPr>
          <p:cNvSpPr/>
          <p:nvPr/>
        </p:nvSpPr>
        <p:spPr>
          <a:xfrm>
            <a:off x="6999200" y="396906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1" name="矩形 500">
            <a:extLst>
              <a:ext uri="{FF2B5EF4-FFF2-40B4-BE49-F238E27FC236}">
                <a16:creationId xmlns:a16="http://schemas.microsoft.com/office/drawing/2014/main" id="{4A05BA46-612A-D90C-79D6-3EFEB43E2482}"/>
              </a:ext>
            </a:extLst>
          </p:cNvPr>
          <p:cNvSpPr/>
          <p:nvPr/>
        </p:nvSpPr>
        <p:spPr>
          <a:xfrm>
            <a:off x="7359200" y="396906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2" name="矩形 501">
            <a:extLst>
              <a:ext uri="{FF2B5EF4-FFF2-40B4-BE49-F238E27FC236}">
                <a16:creationId xmlns:a16="http://schemas.microsoft.com/office/drawing/2014/main" id="{09FBA349-8326-1245-1360-DC84BA1B4307}"/>
              </a:ext>
            </a:extLst>
          </p:cNvPr>
          <p:cNvSpPr/>
          <p:nvPr/>
        </p:nvSpPr>
        <p:spPr>
          <a:xfrm>
            <a:off x="6999200" y="414897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3" name="矩形 502">
            <a:extLst>
              <a:ext uri="{FF2B5EF4-FFF2-40B4-BE49-F238E27FC236}">
                <a16:creationId xmlns:a16="http://schemas.microsoft.com/office/drawing/2014/main" id="{5FD1A55C-BBF1-D2E0-80F4-432E8C4DEABB}"/>
              </a:ext>
            </a:extLst>
          </p:cNvPr>
          <p:cNvSpPr/>
          <p:nvPr/>
        </p:nvSpPr>
        <p:spPr>
          <a:xfrm>
            <a:off x="7359200" y="414897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4" name="矩形 503">
            <a:extLst>
              <a:ext uri="{FF2B5EF4-FFF2-40B4-BE49-F238E27FC236}">
                <a16:creationId xmlns:a16="http://schemas.microsoft.com/office/drawing/2014/main" id="{747F6C27-720A-F65E-CA10-240CA44A23BE}"/>
              </a:ext>
            </a:extLst>
          </p:cNvPr>
          <p:cNvSpPr/>
          <p:nvPr/>
        </p:nvSpPr>
        <p:spPr>
          <a:xfrm>
            <a:off x="6999200" y="432897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5" name="矩形 504">
            <a:extLst>
              <a:ext uri="{FF2B5EF4-FFF2-40B4-BE49-F238E27FC236}">
                <a16:creationId xmlns:a16="http://schemas.microsoft.com/office/drawing/2014/main" id="{E459FB88-701C-F1A1-4692-BF75C706E0AC}"/>
              </a:ext>
            </a:extLst>
          </p:cNvPr>
          <p:cNvSpPr/>
          <p:nvPr/>
        </p:nvSpPr>
        <p:spPr>
          <a:xfrm>
            <a:off x="7359200" y="432897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6" name="矩形 505">
            <a:extLst>
              <a:ext uri="{FF2B5EF4-FFF2-40B4-BE49-F238E27FC236}">
                <a16:creationId xmlns:a16="http://schemas.microsoft.com/office/drawing/2014/main" id="{A7085EDA-EB28-0752-1C19-651E05D72D43}"/>
              </a:ext>
            </a:extLst>
          </p:cNvPr>
          <p:cNvSpPr/>
          <p:nvPr/>
        </p:nvSpPr>
        <p:spPr>
          <a:xfrm>
            <a:off x="6999200" y="450879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7" name="矩形 506">
            <a:extLst>
              <a:ext uri="{FF2B5EF4-FFF2-40B4-BE49-F238E27FC236}">
                <a16:creationId xmlns:a16="http://schemas.microsoft.com/office/drawing/2014/main" id="{70CDA5A7-614E-147E-AE5D-F0951103DA0A}"/>
              </a:ext>
            </a:extLst>
          </p:cNvPr>
          <p:cNvSpPr/>
          <p:nvPr/>
        </p:nvSpPr>
        <p:spPr>
          <a:xfrm>
            <a:off x="7179200" y="450888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8" name="矩形 507">
            <a:extLst>
              <a:ext uri="{FF2B5EF4-FFF2-40B4-BE49-F238E27FC236}">
                <a16:creationId xmlns:a16="http://schemas.microsoft.com/office/drawing/2014/main" id="{570B0E88-CD81-39D5-5117-907BA6396129}"/>
              </a:ext>
            </a:extLst>
          </p:cNvPr>
          <p:cNvSpPr/>
          <p:nvPr/>
        </p:nvSpPr>
        <p:spPr>
          <a:xfrm>
            <a:off x="7359200" y="450879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9" name="矩形 508">
            <a:extLst>
              <a:ext uri="{FF2B5EF4-FFF2-40B4-BE49-F238E27FC236}">
                <a16:creationId xmlns:a16="http://schemas.microsoft.com/office/drawing/2014/main" id="{B3A8EC24-255C-260A-C689-96691ED56233}"/>
              </a:ext>
            </a:extLst>
          </p:cNvPr>
          <p:cNvSpPr/>
          <p:nvPr/>
        </p:nvSpPr>
        <p:spPr>
          <a:xfrm>
            <a:off x="7541017" y="3608707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0" name="矩形 509">
            <a:extLst>
              <a:ext uri="{FF2B5EF4-FFF2-40B4-BE49-F238E27FC236}">
                <a16:creationId xmlns:a16="http://schemas.microsoft.com/office/drawing/2014/main" id="{97EE52B2-5356-4E0A-76A4-D1EC23E00E79}"/>
              </a:ext>
            </a:extLst>
          </p:cNvPr>
          <p:cNvSpPr/>
          <p:nvPr/>
        </p:nvSpPr>
        <p:spPr>
          <a:xfrm>
            <a:off x="7721017" y="378942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1" name="矩形 510">
            <a:extLst>
              <a:ext uri="{FF2B5EF4-FFF2-40B4-BE49-F238E27FC236}">
                <a16:creationId xmlns:a16="http://schemas.microsoft.com/office/drawing/2014/main" id="{732E86C8-DBF5-9F7B-BE08-3FAD411AF782}"/>
              </a:ext>
            </a:extLst>
          </p:cNvPr>
          <p:cNvSpPr/>
          <p:nvPr/>
        </p:nvSpPr>
        <p:spPr>
          <a:xfrm>
            <a:off x="7901017" y="378951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2" name="矩形 511">
            <a:extLst>
              <a:ext uri="{FF2B5EF4-FFF2-40B4-BE49-F238E27FC236}">
                <a16:creationId xmlns:a16="http://schemas.microsoft.com/office/drawing/2014/main" id="{E19BFB31-C622-8A89-886F-E93FDCB0ECF7}"/>
              </a:ext>
            </a:extLst>
          </p:cNvPr>
          <p:cNvSpPr/>
          <p:nvPr/>
        </p:nvSpPr>
        <p:spPr>
          <a:xfrm>
            <a:off x="8081017" y="378942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3" name="矩形 512">
            <a:extLst>
              <a:ext uri="{FF2B5EF4-FFF2-40B4-BE49-F238E27FC236}">
                <a16:creationId xmlns:a16="http://schemas.microsoft.com/office/drawing/2014/main" id="{88776222-CB93-A41E-372F-C22731960EF2}"/>
              </a:ext>
            </a:extLst>
          </p:cNvPr>
          <p:cNvSpPr/>
          <p:nvPr/>
        </p:nvSpPr>
        <p:spPr>
          <a:xfrm>
            <a:off x="7721017" y="396942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4" name="矩形 513">
            <a:extLst>
              <a:ext uri="{FF2B5EF4-FFF2-40B4-BE49-F238E27FC236}">
                <a16:creationId xmlns:a16="http://schemas.microsoft.com/office/drawing/2014/main" id="{AEA4411E-FF5B-5881-EB62-8C2A204D0653}"/>
              </a:ext>
            </a:extLst>
          </p:cNvPr>
          <p:cNvSpPr/>
          <p:nvPr/>
        </p:nvSpPr>
        <p:spPr>
          <a:xfrm>
            <a:off x="7901017" y="396951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5" name="矩形 514">
            <a:extLst>
              <a:ext uri="{FF2B5EF4-FFF2-40B4-BE49-F238E27FC236}">
                <a16:creationId xmlns:a16="http://schemas.microsoft.com/office/drawing/2014/main" id="{FD0769FB-8183-177D-858E-E19E7EB1DFA4}"/>
              </a:ext>
            </a:extLst>
          </p:cNvPr>
          <p:cNvSpPr/>
          <p:nvPr/>
        </p:nvSpPr>
        <p:spPr>
          <a:xfrm>
            <a:off x="8081017" y="396942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6" name="矩形 515">
            <a:extLst>
              <a:ext uri="{FF2B5EF4-FFF2-40B4-BE49-F238E27FC236}">
                <a16:creationId xmlns:a16="http://schemas.microsoft.com/office/drawing/2014/main" id="{FAB2B6B9-803D-C564-E119-BDB4BFC9F8A2}"/>
              </a:ext>
            </a:extLst>
          </p:cNvPr>
          <p:cNvSpPr/>
          <p:nvPr/>
        </p:nvSpPr>
        <p:spPr>
          <a:xfrm>
            <a:off x="7721017" y="414933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7" name="矩形 516">
            <a:extLst>
              <a:ext uri="{FF2B5EF4-FFF2-40B4-BE49-F238E27FC236}">
                <a16:creationId xmlns:a16="http://schemas.microsoft.com/office/drawing/2014/main" id="{1B0C85B3-82E5-F162-21A2-FCD6C829346A}"/>
              </a:ext>
            </a:extLst>
          </p:cNvPr>
          <p:cNvSpPr/>
          <p:nvPr/>
        </p:nvSpPr>
        <p:spPr>
          <a:xfrm>
            <a:off x="8081017" y="414933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8" name="矩形 517">
            <a:extLst>
              <a:ext uri="{FF2B5EF4-FFF2-40B4-BE49-F238E27FC236}">
                <a16:creationId xmlns:a16="http://schemas.microsoft.com/office/drawing/2014/main" id="{A5391F1B-9252-253F-B2BB-BD60784FF4D7}"/>
              </a:ext>
            </a:extLst>
          </p:cNvPr>
          <p:cNvSpPr/>
          <p:nvPr/>
        </p:nvSpPr>
        <p:spPr>
          <a:xfrm>
            <a:off x="7721017" y="432933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9" name="矩形 518">
            <a:extLst>
              <a:ext uri="{FF2B5EF4-FFF2-40B4-BE49-F238E27FC236}">
                <a16:creationId xmlns:a16="http://schemas.microsoft.com/office/drawing/2014/main" id="{20CA2A5F-A231-3EA4-607A-16F09443CB79}"/>
              </a:ext>
            </a:extLst>
          </p:cNvPr>
          <p:cNvSpPr/>
          <p:nvPr/>
        </p:nvSpPr>
        <p:spPr>
          <a:xfrm>
            <a:off x="8081017" y="432933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0" name="矩形 519">
            <a:extLst>
              <a:ext uri="{FF2B5EF4-FFF2-40B4-BE49-F238E27FC236}">
                <a16:creationId xmlns:a16="http://schemas.microsoft.com/office/drawing/2014/main" id="{06EF6C78-DDBC-1D62-10DE-AA38DD6AF41D}"/>
              </a:ext>
            </a:extLst>
          </p:cNvPr>
          <p:cNvSpPr/>
          <p:nvPr/>
        </p:nvSpPr>
        <p:spPr>
          <a:xfrm>
            <a:off x="7721017" y="450915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1" name="矩形 520">
            <a:extLst>
              <a:ext uri="{FF2B5EF4-FFF2-40B4-BE49-F238E27FC236}">
                <a16:creationId xmlns:a16="http://schemas.microsoft.com/office/drawing/2014/main" id="{696503FE-960B-D5CE-6828-0347DABB137E}"/>
              </a:ext>
            </a:extLst>
          </p:cNvPr>
          <p:cNvSpPr/>
          <p:nvPr/>
        </p:nvSpPr>
        <p:spPr>
          <a:xfrm>
            <a:off x="8081017" y="450915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2" name="矩形 521">
            <a:extLst>
              <a:ext uri="{FF2B5EF4-FFF2-40B4-BE49-F238E27FC236}">
                <a16:creationId xmlns:a16="http://schemas.microsoft.com/office/drawing/2014/main" id="{4F493932-8518-4CFF-8FAB-0D4975EB309C}"/>
              </a:ext>
            </a:extLst>
          </p:cNvPr>
          <p:cNvSpPr/>
          <p:nvPr/>
        </p:nvSpPr>
        <p:spPr>
          <a:xfrm>
            <a:off x="8270720" y="3608707"/>
            <a:ext cx="900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3" name="矩形 522">
            <a:extLst>
              <a:ext uri="{FF2B5EF4-FFF2-40B4-BE49-F238E27FC236}">
                <a16:creationId xmlns:a16="http://schemas.microsoft.com/office/drawing/2014/main" id="{4DF1BFF3-C04E-42C5-35A7-6802FA4F5D5F}"/>
              </a:ext>
            </a:extLst>
          </p:cNvPr>
          <p:cNvSpPr/>
          <p:nvPr/>
        </p:nvSpPr>
        <p:spPr>
          <a:xfrm>
            <a:off x="8450720" y="378915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4" name="矩形 523">
            <a:extLst>
              <a:ext uri="{FF2B5EF4-FFF2-40B4-BE49-F238E27FC236}">
                <a16:creationId xmlns:a16="http://schemas.microsoft.com/office/drawing/2014/main" id="{DC14B96D-5467-4E15-25F5-DBF48E99D862}"/>
              </a:ext>
            </a:extLst>
          </p:cNvPr>
          <p:cNvSpPr/>
          <p:nvPr/>
        </p:nvSpPr>
        <p:spPr>
          <a:xfrm>
            <a:off x="8630720" y="378924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5" name="矩形 524">
            <a:extLst>
              <a:ext uri="{FF2B5EF4-FFF2-40B4-BE49-F238E27FC236}">
                <a16:creationId xmlns:a16="http://schemas.microsoft.com/office/drawing/2014/main" id="{69916491-129F-B25E-3972-06EA45EDB152}"/>
              </a:ext>
            </a:extLst>
          </p:cNvPr>
          <p:cNvSpPr/>
          <p:nvPr/>
        </p:nvSpPr>
        <p:spPr>
          <a:xfrm>
            <a:off x="8810720" y="378915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6" name="矩形 525">
            <a:extLst>
              <a:ext uri="{FF2B5EF4-FFF2-40B4-BE49-F238E27FC236}">
                <a16:creationId xmlns:a16="http://schemas.microsoft.com/office/drawing/2014/main" id="{8BAF392F-FFEB-0228-D48B-C76E1CDCA024}"/>
              </a:ext>
            </a:extLst>
          </p:cNvPr>
          <p:cNvSpPr/>
          <p:nvPr/>
        </p:nvSpPr>
        <p:spPr>
          <a:xfrm>
            <a:off x="8450720" y="396915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7" name="矩形 526">
            <a:extLst>
              <a:ext uri="{FF2B5EF4-FFF2-40B4-BE49-F238E27FC236}">
                <a16:creationId xmlns:a16="http://schemas.microsoft.com/office/drawing/2014/main" id="{74440444-D7A8-89CD-A9E3-F81A05B9A1AF}"/>
              </a:ext>
            </a:extLst>
          </p:cNvPr>
          <p:cNvSpPr/>
          <p:nvPr/>
        </p:nvSpPr>
        <p:spPr>
          <a:xfrm>
            <a:off x="8810720" y="396915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8" name="矩形 527">
            <a:extLst>
              <a:ext uri="{FF2B5EF4-FFF2-40B4-BE49-F238E27FC236}">
                <a16:creationId xmlns:a16="http://schemas.microsoft.com/office/drawing/2014/main" id="{3E22217A-E6DB-C4FA-B3C7-68040F078142}"/>
              </a:ext>
            </a:extLst>
          </p:cNvPr>
          <p:cNvSpPr/>
          <p:nvPr/>
        </p:nvSpPr>
        <p:spPr>
          <a:xfrm>
            <a:off x="8450720" y="414906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9" name="矩形 528">
            <a:extLst>
              <a:ext uri="{FF2B5EF4-FFF2-40B4-BE49-F238E27FC236}">
                <a16:creationId xmlns:a16="http://schemas.microsoft.com/office/drawing/2014/main" id="{05877B73-9E4F-904D-99A4-5BE5CD7136BF}"/>
              </a:ext>
            </a:extLst>
          </p:cNvPr>
          <p:cNvSpPr/>
          <p:nvPr/>
        </p:nvSpPr>
        <p:spPr>
          <a:xfrm>
            <a:off x="8630720" y="414915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0" name="矩形 529">
            <a:extLst>
              <a:ext uri="{FF2B5EF4-FFF2-40B4-BE49-F238E27FC236}">
                <a16:creationId xmlns:a16="http://schemas.microsoft.com/office/drawing/2014/main" id="{5BB6B395-7DA4-D28B-0E24-8F2BD392A96A}"/>
              </a:ext>
            </a:extLst>
          </p:cNvPr>
          <p:cNvSpPr/>
          <p:nvPr/>
        </p:nvSpPr>
        <p:spPr>
          <a:xfrm>
            <a:off x="8810720" y="414906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1" name="矩形 530">
            <a:extLst>
              <a:ext uri="{FF2B5EF4-FFF2-40B4-BE49-F238E27FC236}">
                <a16:creationId xmlns:a16="http://schemas.microsoft.com/office/drawing/2014/main" id="{D63FDC68-E7D9-8B46-6097-14C6EECF1B2C}"/>
              </a:ext>
            </a:extLst>
          </p:cNvPr>
          <p:cNvSpPr/>
          <p:nvPr/>
        </p:nvSpPr>
        <p:spPr>
          <a:xfrm>
            <a:off x="8450720" y="4328932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2" name="矩形 531">
            <a:extLst>
              <a:ext uri="{FF2B5EF4-FFF2-40B4-BE49-F238E27FC236}">
                <a16:creationId xmlns:a16="http://schemas.microsoft.com/office/drawing/2014/main" id="{8DE89A3C-BC3F-D5E8-1A4F-C65325EC875E}"/>
              </a:ext>
            </a:extLst>
          </p:cNvPr>
          <p:cNvSpPr/>
          <p:nvPr/>
        </p:nvSpPr>
        <p:spPr>
          <a:xfrm>
            <a:off x="8450720" y="4508887"/>
            <a:ext cx="18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33121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89E165-6387-148A-6672-CE1242012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矩形 813">
            <a:extLst>
              <a:ext uri="{FF2B5EF4-FFF2-40B4-BE49-F238E27FC236}">
                <a16:creationId xmlns:a16="http://schemas.microsoft.com/office/drawing/2014/main" id="{8FB7BB7F-C4BE-76D9-F299-752305C9383E}"/>
              </a:ext>
            </a:extLst>
          </p:cNvPr>
          <p:cNvSpPr/>
          <p:nvPr/>
        </p:nvSpPr>
        <p:spPr>
          <a:xfrm>
            <a:off x="157237" y="130885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4" name="矩形 833">
            <a:extLst>
              <a:ext uri="{FF2B5EF4-FFF2-40B4-BE49-F238E27FC236}">
                <a16:creationId xmlns:a16="http://schemas.microsoft.com/office/drawing/2014/main" id="{4EA121D6-D795-3317-7EC9-A0239A927B54}"/>
              </a:ext>
            </a:extLst>
          </p:cNvPr>
          <p:cNvSpPr/>
          <p:nvPr/>
        </p:nvSpPr>
        <p:spPr>
          <a:xfrm>
            <a:off x="877237" y="130885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5" name="矩形 834">
            <a:extLst>
              <a:ext uri="{FF2B5EF4-FFF2-40B4-BE49-F238E27FC236}">
                <a16:creationId xmlns:a16="http://schemas.microsoft.com/office/drawing/2014/main" id="{6EF4BEC5-AC24-2F57-DB4A-B60BC141AE08}"/>
              </a:ext>
            </a:extLst>
          </p:cNvPr>
          <p:cNvSpPr/>
          <p:nvPr/>
        </p:nvSpPr>
        <p:spPr>
          <a:xfrm>
            <a:off x="1597237" y="130885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6" name="矩形 835">
            <a:extLst>
              <a:ext uri="{FF2B5EF4-FFF2-40B4-BE49-F238E27FC236}">
                <a16:creationId xmlns:a16="http://schemas.microsoft.com/office/drawing/2014/main" id="{790604E6-977B-68B6-BC45-B0B036C4083E}"/>
              </a:ext>
            </a:extLst>
          </p:cNvPr>
          <p:cNvSpPr/>
          <p:nvPr/>
        </p:nvSpPr>
        <p:spPr>
          <a:xfrm>
            <a:off x="2317237" y="130885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7" name="矩形 836">
            <a:extLst>
              <a:ext uri="{FF2B5EF4-FFF2-40B4-BE49-F238E27FC236}">
                <a16:creationId xmlns:a16="http://schemas.microsoft.com/office/drawing/2014/main" id="{FD2AC4F4-1110-EB0A-B853-2B5FCB04B5B9}"/>
              </a:ext>
            </a:extLst>
          </p:cNvPr>
          <p:cNvSpPr/>
          <p:nvPr/>
        </p:nvSpPr>
        <p:spPr>
          <a:xfrm>
            <a:off x="3037237" y="130885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8" name="矩形 837">
            <a:extLst>
              <a:ext uri="{FF2B5EF4-FFF2-40B4-BE49-F238E27FC236}">
                <a16:creationId xmlns:a16="http://schemas.microsoft.com/office/drawing/2014/main" id="{F1036160-1BBB-7BA7-B6AC-3E34F8172487}"/>
              </a:ext>
            </a:extLst>
          </p:cNvPr>
          <p:cNvSpPr/>
          <p:nvPr/>
        </p:nvSpPr>
        <p:spPr>
          <a:xfrm>
            <a:off x="3757237" y="130885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9" name="矩形 838">
            <a:extLst>
              <a:ext uri="{FF2B5EF4-FFF2-40B4-BE49-F238E27FC236}">
                <a16:creationId xmlns:a16="http://schemas.microsoft.com/office/drawing/2014/main" id="{64E76D63-8837-4D86-3631-2BBBDD03DEEA}"/>
              </a:ext>
            </a:extLst>
          </p:cNvPr>
          <p:cNvSpPr/>
          <p:nvPr/>
        </p:nvSpPr>
        <p:spPr>
          <a:xfrm>
            <a:off x="4477237" y="130885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0" name="矩形 839">
            <a:extLst>
              <a:ext uri="{FF2B5EF4-FFF2-40B4-BE49-F238E27FC236}">
                <a16:creationId xmlns:a16="http://schemas.microsoft.com/office/drawing/2014/main" id="{52A84C0F-8ABA-C8EC-0F43-17A2ADFBBBBD}"/>
              </a:ext>
            </a:extLst>
          </p:cNvPr>
          <p:cNvSpPr/>
          <p:nvPr/>
        </p:nvSpPr>
        <p:spPr>
          <a:xfrm>
            <a:off x="5197237" y="130885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1" name="矩形 840">
            <a:extLst>
              <a:ext uri="{FF2B5EF4-FFF2-40B4-BE49-F238E27FC236}">
                <a16:creationId xmlns:a16="http://schemas.microsoft.com/office/drawing/2014/main" id="{0D1C03E1-0E30-1D0E-EC80-B6B92B621F90}"/>
              </a:ext>
            </a:extLst>
          </p:cNvPr>
          <p:cNvSpPr/>
          <p:nvPr/>
        </p:nvSpPr>
        <p:spPr>
          <a:xfrm>
            <a:off x="5914765" y="130885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2" name="矩形 841">
            <a:extLst>
              <a:ext uri="{FF2B5EF4-FFF2-40B4-BE49-F238E27FC236}">
                <a16:creationId xmlns:a16="http://schemas.microsoft.com/office/drawing/2014/main" id="{85DDEFB2-04F4-CD6E-D058-4DEA5E836C86}"/>
              </a:ext>
            </a:extLst>
          </p:cNvPr>
          <p:cNvSpPr/>
          <p:nvPr/>
        </p:nvSpPr>
        <p:spPr>
          <a:xfrm>
            <a:off x="6634765" y="130885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3" name="矩形 842">
            <a:extLst>
              <a:ext uri="{FF2B5EF4-FFF2-40B4-BE49-F238E27FC236}">
                <a16:creationId xmlns:a16="http://schemas.microsoft.com/office/drawing/2014/main" id="{05F32219-DB33-C9BC-C63E-F96D67B85EAF}"/>
              </a:ext>
            </a:extLst>
          </p:cNvPr>
          <p:cNvSpPr/>
          <p:nvPr/>
        </p:nvSpPr>
        <p:spPr>
          <a:xfrm>
            <a:off x="7352293" y="130885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4" name="矩形 843">
            <a:extLst>
              <a:ext uri="{FF2B5EF4-FFF2-40B4-BE49-F238E27FC236}">
                <a16:creationId xmlns:a16="http://schemas.microsoft.com/office/drawing/2014/main" id="{F3573645-0B76-8E13-B0E4-1CF9B57C1DA6}"/>
              </a:ext>
            </a:extLst>
          </p:cNvPr>
          <p:cNvSpPr/>
          <p:nvPr/>
        </p:nvSpPr>
        <p:spPr>
          <a:xfrm>
            <a:off x="8074765" y="130885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351469C-C1CF-6367-D62B-5438B05BF495}"/>
              </a:ext>
            </a:extLst>
          </p:cNvPr>
          <p:cNvSpPr/>
          <p:nvPr/>
        </p:nvSpPr>
        <p:spPr>
          <a:xfrm>
            <a:off x="337237" y="31160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BC83281-82FC-8BD6-8A82-BBA6FEE86A51}"/>
              </a:ext>
            </a:extLst>
          </p:cNvPr>
          <p:cNvSpPr/>
          <p:nvPr/>
        </p:nvSpPr>
        <p:spPr>
          <a:xfrm>
            <a:off x="517237" y="3116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7A99BDA-BE73-D8DB-FC1A-1B72867A896E}"/>
              </a:ext>
            </a:extLst>
          </p:cNvPr>
          <p:cNvSpPr/>
          <p:nvPr/>
        </p:nvSpPr>
        <p:spPr>
          <a:xfrm>
            <a:off x="697237" y="31160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B46F033-9A16-CDBC-1C27-410B802C56D1}"/>
              </a:ext>
            </a:extLst>
          </p:cNvPr>
          <p:cNvSpPr/>
          <p:nvPr/>
        </p:nvSpPr>
        <p:spPr>
          <a:xfrm>
            <a:off x="337237" y="49160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1DF9C00-87AC-67E8-9C5A-5C24075AC22A}"/>
              </a:ext>
            </a:extLst>
          </p:cNvPr>
          <p:cNvSpPr/>
          <p:nvPr/>
        </p:nvSpPr>
        <p:spPr>
          <a:xfrm>
            <a:off x="697237" y="49160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A403AC8-2D3A-F024-17E9-E9E7F04AF67A}"/>
              </a:ext>
            </a:extLst>
          </p:cNvPr>
          <p:cNvSpPr/>
          <p:nvPr/>
        </p:nvSpPr>
        <p:spPr>
          <a:xfrm>
            <a:off x="337237" y="67151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9F02BC6-22EA-CB08-7766-F1162C0BD16D}"/>
              </a:ext>
            </a:extLst>
          </p:cNvPr>
          <p:cNvSpPr/>
          <p:nvPr/>
        </p:nvSpPr>
        <p:spPr>
          <a:xfrm>
            <a:off x="517237" y="67160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6EB208B-9F3C-4DB0-EAB6-2E7553B6702E}"/>
              </a:ext>
            </a:extLst>
          </p:cNvPr>
          <p:cNvSpPr/>
          <p:nvPr/>
        </p:nvSpPr>
        <p:spPr>
          <a:xfrm>
            <a:off x="697237" y="67151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CD0A912-13A7-F13E-5010-BCE4010756B8}"/>
              </a:ext>
            </a:extLst>
          </p:cNvPr>
          <p:cNvSpPr/>
          <p:nvPr/>
        </p:nvSpPr>
        <p:spPr>
          <a:xfrm>
            <a:off x="337237" y="85151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7135A22-FF7C-7BD3-AE6D-A04E33C0FB50}"/>
              </a:ext>
            </a:extLst>
          </p:cNvPr>
          <p:cNvSpPr/>
          <p:nvPr/>
        </p:nvSpPr>
        <p:spPr>
          <a:xfrm>
            <a:off x="697237" y="85151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17C4EF3-B1E6-FB66-DDB2-6D563FD860F1}"/>
              </a:ext>
            </a:extLst>
          </p:cNvPr>
          <p:cNvSpPr/>
          <p:nvPr/>
        </p:nvSpPr>
        <p:spPr>
          <a:xfrm>
            <a:off x="337237" y="103133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C96A0D8-2466-7568-6486-B051201C9F10}"/>
              </a:ext>
            </a:extLst>
          </p:cNvPr>
          <p:cNvSpPr/>
          <p:nvPr/>
        </p:nvSpPr>
        <p:spPr>
          <a:xfrm>
            <a:off x="697237" y="103133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DF7E963-D95F-8359-3AD7-F66331327BE8}"/>
              </a:ext>
            </a:extLst>
          </p:cNvPr>
          <p:cNvSpPr/>
          <p:nvPr/>
        </p:nvSpPr>
        <p:spPr>
          <a:xfrm>
            <a:off x="1057237" y="31151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9123A38-71B3-095F-6D6E-D0718C1CEA08}"/>
              </a:ext>
            </a:extLst>
          </p:cNvPr>
          <p:cNvSpPr/>
          <p:nvPr/>
        </p:nvSpPr>
        <p:spPr>
          <a:xfrm>
            <a:off x="1237237" y="31160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0703D84-D760-3DDD-1868-DD6D515798AD}"/>
              </a:ext>
            </a:extLst>
          </p:cNvPr>
          <p:cNvSpPr/>
          <p:nvPr/>
        </p:nvSpPr>
        <p:spPr>
          <a:xfrm>
            <a:off x="1417237" y="31151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AF1FBC9-AB55-C33F-A2F6-B62E49D7F595}"/>
              </a:ext>
            </a:extLst>
          </p:cNvPr>
          <p:cNvSpPr/>
          <p:nvPr/>
        </p:nvSpPr>
        <p:spPr>
          <a:xfrm>
            <a:off x="1057237" y="49151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AB4FF88-E651-3A70-C208-C5EDF3B340C4}"/>
              </a:ext>
            </a:extLst>
          </p:cNvPr>
          <p:cNvSpPr/>
          <p:nvPr/>
        </p:nvSpPr>
        <p:spPr>
          <a:xfrm>
            <a:off x="1417237" y="49151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45806D7-ACDC-D7ED-1A3C-7C697E774ADC}"/>
              </a:ext>
            </a:extLst>
          </p:cNvPr>
          <p:cNvSpPr/>
          <p:nvPr/>
        </p:nvSpPr>
        <p:spPr>
          <a:xfrm>
            <a:off x="1057237" y="67142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4F673BD-4808-5E1F-E0E7-95CC4AB90304}"/>
              </a:ext>
            </a:extLst>
          </p:cNvPr>
          <p:cNvSpPr/>
          <p:nvPr/>
        </p:nvSpPr>
        <p:spPr>
          <a:xfrm>
            <a:off x="1237237" y="67151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61CAB9C-4D09-D930-CA38-25E891CBCAB8}"/>
              </a:ext>
            </a:extLst>
          </p:cNvPr>
          <p:cNvSpPr/>
          <p:nvPr/>
        </p:nvSpPr>
        <p:spPr>
          <a:xfrm>
            <a:off x="1057237" y="85129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9D8FB6A-86EA-8109-F7E7-4A1A7C720A1F}"/>
              </a:ext>
            </a:extLst>
          </p:cNvPr>
          <p:cNvSpPr/>
          <p:nvPr/>
        </p:nvSpPr>
        <p:spPr>
          <a:xfrm>
            <a:off x="1417237" y="85142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A663A46-A362-1A03-D8CE-0437A70128D3}"/>
              </a:ext>
            </a:extLst>
          </p:cNvPr>
          <p:cNvSpPr/>
          <p:nvPr/>
        </p:nvSpPr>
        <p:spPr>
          <a:xfrm>
            <a:off x="1057237" y="103124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7D6B5B0-9586-26B4-3446-B3E34FCAFB11}"/>
              </a:ext>
            </a:extLst>
          </p:cNvPr>
          <p:cNvSpPr/>
          <p:nvPr/>
        </p:nvSpPr>
        <p:spPr>
          <a:xfrm>
            <a:off x="1237237" y="103133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9EB12258-1C27-5538-E3C5-C857707D9DE5}"/>
              </a:ext>
            </a:extLst>
          </p:cNvPr>
          <p:cNvSpPr/>
          <p:nvPr/>
        </p:nvSpPr>
        <p:spPr>
          <a:xfrm>
            <a:off x="1777237" y="31142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1B9290D2-00F2-D921-2CF6-E43AF30A12CC}"/>
              </a:ext>
            </a:extLst>
          </p:cNvPr>
          <p:cNvSpPr/>
          <p:nvPr/>
        </p:nvSpPr>
        <p:spPr>
          <a:xfrm>
            <a:off x="1957237" y="31151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7E9C1CE3-9EF5-0254-07CB-BEBABE4E828B}"/>
              </a:ext>
            </a:extLst>
          </p:cNvPr>
          <p:cNvSpPr/>
          <p:nvPr/>
        </p:nvSpPr>
        <p:spPr>
          <a:xfrm>
            <a:off x="2137237" y="31142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86971522-89BB-3B14-826F-214B260E7A22}"/>
              </a:ext>
            </a:extLst>
          </p:cNvPr>
          <p:cNvSpPr/>
          <p:nvPr/>
        </p:nvSpPr>
        <p:spPr>
          <a:xfrm>
            <a:off x="1777237" y="49142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7C998600-BD20-51FE-83E5-8EF034A4A288}"/>
              </a:ext>
            </a:extLst>
          </p:cNvPr>
          <p:cNvSpPr/>
          <p:nvPr/>
        </p:nvSpPr>
        <p:spPr>
          <a:xfrm>
            <a:off x="1777237" y="67133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2C0B1D74-C673-BCC3-C569-318DDB2811F4}"/>
              </a:ext>
            </a:extLst>
          </p:cNvPr>
          <p:cNvSpPr/>
          <p:nvPr/>
        </p:nvSpPr>
        <p:spPr>
          <a:xfrm>
            <a:off x="1777237" y="85133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26723239-1F6F-85BA-5469-4B74C7F18D66}"/>
              </a:ext>
            </a:extLst>
          </p:cNvPr>
          <p:cNvSpPr/>
          <p:nvPr/>
        </p:nvSpPr>
        <p:spPr>
          <a:xfrm>
            <a:off x="1777237" y="103115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9A5D7D34-9E0F-6FAA-B1F5-1618DB47666F}"/>
              </a:ext>
            </a:extLst>
          </p:cNvPr>
          <p:cNvSpPr/>
          <p:nvPr/>
        </p:nvSpPr>
        <p:spPr>
          <a:xfrm>
            <a:off x="1957237" y="103124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85B56DCE-39E2-77DB-906A-58EC58054240}"/>
              </a:ext>
            </a:extLst>
          </p:cNvPr>
          <p:cNvSpPr/>
          <p:nvPr/>
        </p:nvSpPr>
        <p:spPr>
          <a:xfrm>
            <a:off x="2137237" y="103115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A4AD2EBE-934C-3E97-B295-0ECA2B433466}"/>
              </a:ext>
            </a:extLst>
          </p:cNvPr>
          <p:cNvSpPr/>
          <p:nvPr/>
        </p:nvSpPr>
        <p:spPr>
          <a:xfrm>
            <a:off x="2497237" y="31133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8E231800-0611-2E8A-F005-B3052D453F81}"/>
              </a:ext>
            </a:extLst>
          </p:cNvPr>
          <p:cNvSpPr/>
          <p:nvPr/>
        </p:nvSpPr>
        <p:spPr>
          <a:xfrm>
            <a:off x="2677237" y="31142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A4F03121-83D5-95D7-5E46-F9231CB7A673}"/>
              </a:ext>
            </a:extLst>
          </p:cNvPr>
          <p:cNvSpPr/>
          <p:nvPr/>
        </p:nvSpPr>
        <p:spPr>
          <a:xfrm>
            <a:off x="2857237" y="31133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81410844-9EAE-CC71-A9E7-8952DD978F87}"/>
              </a:ext>
            </a:extLst>
          </p:cNvPr>
          <p:cNvSpPr/>
          <p:nvPr/>
        </p:nvSpPr>
        <p:spPr>
          <a:xfrm>
            <a:off x="2497237" y="49133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BD2EC907-325F-B0CB-235A-183BED1F5B59}"/>
              </a:ext>
            </a:extLst>
          </p:cNvPr>
          <p:cNvSpPr/>
          <p:nvPr/>
        </p:nvSpPr>
        <p:spPr>
          <a:xfrm>
            <a:off x="2857237" y="49133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FB4551F8-89F4-D4C7-4249-C2F5FD0FE56B}"/>
              </a:ext>
            </a:extLst>
          </p:cNvPr>
          <p:cNvSpPr/>
          <p:nvPr/>
        </p:nvSpPr>
        <p:spPr>
          <a:xfrm>
            <a:off x="2497237" y="67124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BE6474AC-479D-3DAB-B61E-AC7291978CF1}"/>
              </a:ext>
            </a:extLst>
          </p:cNvPr>
          <p:cNvSpPr/>
          <p:nvPr/>
        </p:nvSpPr>
        <p:spPr>
          <a:xfrm>
            <a:off x="2857237" y="67124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D504B9D1-5A2E-9692-D272-CDC5820F5E07}"/>
              </a:ext>
            </a:extLst>
          </p:cNvPr>
          <p:cNvSpPr/>
          <p:nvPr/>
        </p:nvSpPr>
        <p:spPr>
          <a:xfrm>
            <a:off x="2497237" y="85111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9680F25A-0897-0247-C356-F181A55E2F69}"/>
              </a:ext>
            </a:extLst>
          </p:cNvPr>
          <p:cNvSpPr/>
          <p:nvPr/>
        </p:nvSpPr>
        <p:spPr>
          <a:xfrm>
            <a:off x="2857237" y="85124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5D62D85F-3611-C5F5-11A4-E44DAF993F07}"/>
              </a:ext>
            </a:extLst>
          </p:cNvPr>
          <p:cNvSpPr/>
          <p:nvPr/>
        </p:nvSpPr>
        <p:spPr>
          <a:xfrm>
            <a:off x="2497237" y="103106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53C1214D-49AE-2CBE-1442-63D80BD3952B}"/>
              </a:ext>
            </a:extLst>
          </p:cNvPr>
          <p:cNvSpPr/>
          <p:nvPr/>
        </p:nvSpPr>
        <p:spPr>
          <a:xfrm>
            <a:off x="2677237" y="103115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AD9429F7-85DA-E6A8-3C7B-9AAD798968AB}"/>
              </a:ext>
            </a:extLst>
          </p:cNvPr>
          <p:cNvSpPr/>
          <p:nvPr/>
        </p:nvSpPr>
        <p:spPr>
          <a:xfrm>
            <a:off x="3217237" y="31106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F026DB84-FD81-EDA7-3FA5-D36B52F1C8D0}"/>
              </a:ext>
            </a:extLst>
          </p:cNvPr>
          <p:cNvSpPr/>
          <p:nvPr/>
        </p:nvSpPr>
        <p:spPr>
          <a:xfrm>
            <a:off x="3397237" y="31115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F2DD8286-CF3E-9072-2E42-62F78209962B}"/>
              </a:ext>
            </a:extLst>
          </p:cNvPr>
          <p:cNvSpPr/>
          <p:nvPr/>
        </p:nvSpPr>
        <p:spPr>
          <a:xfrm>
            <a:off x="3577237" y="31106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E9AF0E36-E57E-B736-CA72-7F2B18720AFB}"/>
              </a:ext>
            </a:extLst>
          </p:cNvPr>
          <p:cNvSpPr/>
          <p:nvPr/>
        </p:nvSpPr>
        <p:spPr>
          <a:xfrm>
            <a:off x="3217237" y="49106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9EB83933-64D1-EFFE-33C2-B8E07B9D6A8A}"/>
              </a:ext>
            </a:extLst>
          </p:cNvPr>
          <p:cNvSpPr/>
          <p:nvPr/>
        </p:nvSpPr>
        <p:spPr>
          <a:xfrm>
            <a:off x="3217237" y="67097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B7B3386D-101B-6FD5-3485-EC29A195A20B}"/>
              </a:ext>
            </a:extLst>
          </p:cNvPr>
          <p:cNvSpPr/>
          <p:nvPr/>
        </p:nvSpPr>
        <p:spPr>
          <a:xfrm>
            <a:off x="3397237" y="67106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54F0C15C-0D92-717A-2A2E-0C069B8E5E24}"/>
              </a:ext>
            </a:extLst>
          </p:cNvPr>
          <p:cNvSpPr/>
          <p:nvPr/>
        </p:nvSpPr>
        <p:spPr>
          <a:xfrm>
            <a:off x="3577237" y="67097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14998099-394A-7F1C-7D4F-E42F00DC9A04}"/>
              </a:ext>
            </a:extLst>
          </p:cNvPr>
          <p:cNvSpPr/>
          <p:nvPr/>
        </p:nvSpPr>
        <p:spPr>
          <a:xfrm>
            <a:off x="3217237" y="85097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1553DE92-058D-A2E5-D1A8-BCD127DB2635}"/>
              </a:ext>
            </a:extLst>
          </p:cNvPr>
          <p:cNvSpPr/>
          <p:nvPr/>
        </p:nvSpPr>
        <p:spPr>
          <a:xfrm>
            <a:off x="3217237" y="10307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911AE4E7-286A-8502-13E2-13617E62776B}"/>
              </a:ext>
            </a:extLst>
          </p:cNvPr>
          <p:cNvSpPr/>
          <p:nvPr/>
        </p:nvSpPr>
        <p:spPr>
          <a:xfrm>
            <a:off x="3397237" y="103088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B6C438F5-8105-E589-B360-92A01535936E}"/>
              </a:ext>
            </a:extLst>
          </p:cNvPr>
          <p:cNvSpPr/>
          <p:nvPr/>
        </p:nvSpPr>
        <p:spPr>
          <a:xfrm>
            <a:off x="3577237" y="10307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FBE423B0-5451-6B13-E4BA-317FEC014E95}"/>
              </a:ext>
            </a:extLst>
          </p:cNvPr>
          <p:cNvSpPr/>
          <p:nvPr/>
        </p:nvSpPr>
        <p:spPr>
          <a:xfrm>
            <a:off x="3937237" y="31097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037F56CA-836C-95FF-1606-9BEE463B719A}"/>
              </a:ext>
            </a:extLst>
          </p:cNvPr>
          <p:cNvSpPr/>
          <p:nvPr/>
        </p:nvSpPr>
        <p:spPr>
          <a:xfrm>
            <a:off x="4117237" y="31106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19FE3D96-A114-7BDC-9D6C-B82D67B6F949}"/>
              </a:ext>
            </a:extLst>
          </p:cNvPr>
          <p:cNvSpPr/>
          <p:nvPr/>
        </p:nvSpPr>
        <p:spPr>
          <a:xfrm>
            <a:off x="4297237" y="31097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50F0F203-AE0B-0350-0F6F-ED995899B81E}"/>
              </a:ext>
            </a:extLst>
          </p:cNvPr>
          <p:cNvSpPr/>
          <p:nvPr/>
        </p:nvSpPr>
        <p:spPr>
          <a:xfrm>
            <a:off x="3937237" y="49097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469C47C3-207E-0FF8-7DDF-9D01EFEFE4F8}"/>
              </a:ext>
            </a:extLst>
          </p:cNvPr>
          <p:cNvSpPr/>
          <p:nvPr/>
        </p:nvSpPr>
        <p:spPr>
          <a:xfrm>
            <a:off x="3937237" y="67088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E9D3C1DD-A1C9-4DA1-FA65-1FF3C0E878FB}"/>
              </a:ext>
            </a:extLst>
          </p:cNvPr>
          <p:cNvSpPr/>
          <p:nvPr/>
        </p:nvSpPr>
        <p:spPr>
          <a:xfrm>
            <a:off x="4117237" y="67097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B3749279-2C0C-2416-A270-A3C7349F8A70}"/>
              </a:ext>
            </a:extLst>
          </p:cNvPr>
          <p:cNvSpPr/>
          <p:nvPr/>
        </p:nvSpPr>
        <p:spPr>
          <a:xfrm>
            <a:off x="4297237" y="67088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45FFD223-5B6A-1AAF-D484-5E67741AD276}"/>
              </a:ext>
            </a:extLst>
          </p:cNvPr>
          <p:cNvSpPr/>
          <p:nvPr/>
        </p:nvSpPr>
        <p:spPr>
          <a:xfrm>
            <a:off x="3937237" y="85075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DDC02F43-A11D-1406-08B7-664382C82803}"/>
              </a:ext>
            </a:extLst>
          </p:cNvPr>
          <p:cNvSpPr/>
          <p:nvPr/>
        </p:nvSpPr>
        <p:spPr>
          <a:xfrm>
            <a:off x="3937237" y="103070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377510F9-7ED9-391C-50AD-244F911D0FB8}"/>
              </a:ext>
            </a:extLst>
          </p:cNvPr>
          <p:cNvSpPr/>
          <p:nvPr/>
        </p:nvSpPr>
        <p:spPr>
          <a:xfrm>
            <a:off x="4657237" y="31088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BC927A50-F4F9-07C0-3593-143144FE9EB0}"/>
              </a:ext>
            </a:extLst>
          </p:cNvPr>
          <p:cNvSpPr/>
          <p:nvPr/>
        </p:nvSpPr>
        <p:spPr>
          <a:xfrm>
            <a:off x="4837237" y="31097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CEC83371-CC45-D829-1D4C-952079D85BD8}"/>
              </a:ext>
            </a:extLst>
          </p:cNvPr>
          <p:cNvSpPr/>
          <p:nvPr/>
        </p:nvSpPr>
        <p:spPr>
          <a:xfrm>
            <a:off x="5017237" y="31088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EB041701-CCEF-400D-1587-954291059F2F}"/>
              </a:ext>
            </a:extLst>
          </p:cNvPr>
          <p:cNvSpPr/>
          <p:nvPr/>
        </p:nvSpPr>
        <p:spPr>
          <a:xfrm>
            <a:off x="4657237" y="49088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52C820AF-47B7-6F8E-73C8-9A0855B18DD5}"/>
              </a:ext>
            </a:extLst>
          </p:cNvPr>
          <p:cNvSpPr/>
          <p:nvPr/>
        </p:nvSpPr>
        <p:spPr>
          <a:xfrm>
            <a:off x="4657237" y="6707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2B39131F-D06F-DA7D-D598-61C1CAC768FB}"/>
              </a:ext>
            </a:extLst>
          </p:cNvPr>
          <p:cNvSpPr/>
          <p:nvPr/>
        </p:nvSpPr>
        <p:spPr>
          <a:xfrm>
            <a:off x="4657237" y="8507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DB77B49B-D055-C999-E98D-C4C532B14B9B}"/>
              </a:ext>
            </a:extLst>
          </p:cNvPr>
          <p:cNvSpPr/>
          <p:nvPr/>
        </p:nvSpPr>
        <p:spPr>
          <a:xfrm>
            <a:off x="5017237" y="8507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B336A622-E94D-F656-6E30-C79D59F257D3}"/>
              </a:ext>
            </a:extLst>
          </p:cNvPr>
          <p:cNvSpPr/>
          <p:nvPr/>
        </p:nvSpPr>
        <p:spPr>
          <a:xfrm>
            <a:off x="4657237" y="103061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560B33BB-68E4-2E7B-2F0D-4A3857F0FBC5}"/>
              </a:ext>
            </a:extLst>
          </p:cNvPr>
          <p:cNvSpPr/>
          <p:nvPr/>
        </p:nvSpPr>
        <p:spPr>
          <a:xfrm>
            <a:off x="4837237" y="103070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6CE85D28-D259-F93C-6857-9894CCD445EA}"/>
              </a:ext>
            </a:extLst>
          </p:cNvPr>
          <p:cNvSpPr/>
          <p:nvPr/>
        </p:nvSpPr>
        <p:spPr>
          <a:xfrm>
            <a:off x="5017237" y="103061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09195F40-C82F-F93F-B873-1D2B58C48B13}"/>
              </a:ext>
            </a:extLst>
          </p:cNvPr>
          <p:cNvSpPr/>
          <p:nvPr/>
        </p:nvSpPr>
        <p:spPr>
          <a:xfrm>
            <a:off x="5377237" y="3107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37BC62B8-6CF5-1E9B-D810-434597A54078}"/>
              </a:ext>
            </a:extLst>
          </p:cNvPr>
          <p:cNvSpPr/>
          <p:nvPr/>
        </p:nvSpPr>
        <p:spPr>
          <a:xfrm>
            <a:off x="5737237" y="3107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3A3E50E3-0DA6-4141-5B99-CB119F02CDB7}"/>
              </a:ext>
            </a:extLst>
          </p:cNvPr>
          <p:cNvSpPr/>
          <p:nvPr/>
        </p:nvSpPr>
        <p:spPr>
          <a:xfrm>
            <a:off x="5377237" y="4907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854448E9-77FC-4358-A592-B6C9FE064904}"/>
              </a:ext>
            </a:extLst>
          </p:cNvPr>
          <p:cNvSpPr/>
          <p:nvPr/>
        </p:nvSpPr>
        <p:spPr>
          <a:xfrm>
            <a:off x="5737237" y="4907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653060DB-BBC0-1670-5487-72212EADDC15}"/>
              </a:ext>
            </a:extLst>
          </p:cNvPr>
          <p:cNvSpPr/>
          <p:nvPr/>
        </p:nvSpPr>
        <p:spPr>
          <a:xfrm>
            <a:off x="5377237" y="67070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BD202210-1E28-EDE5-91A0-A4F00E466C75}"/>
              </a:ext>
            </a:extLst>
          </p:cNvPr>
          <p:cNvSpPr/>
          <p:nvPr/>
        </p:nvSpPr>
        <p:spPr>
          <a:xfrm>
            <a:off x="5557237" y="6707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DC08013A-1E6A-1375-7129-1B655D5EDE53}"/>
              </a:ext>
            </a:extLst>
          </p:cNvPr>
          <p:cNvSpPr/>
          <p:nvPr/>
        </p:nvSpPr>
        <p:spPr>
          <a:xfrm>
            <a:off x="5737237" y="67070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9C98C6C0-44D0-3DE9-9CE2-F6D2FC21BC75}"/>
              </a:ext>
            </a:extLst>
          </p:cNvPr>
          <p:cNvSpPr/>
          <p:nvPr/>
        </p:nvSpPr>
        <p:spPr>
          <a:xfrm>
            <a:off x="5377237" y="85057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4F7B1665-EA5E-3779-289C-1970883225FA}"/>
              </a:ext>
            </a:extLst>
          </p:cNvPr>
          <p:cNvSpPr/>
          <p:nvPr/>
        </p:nvSpPr>
        <p:spPr>
          <a:xfrm>
            <a:off x="5737237" y="85070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0EA21E33-9177-FAE8-36E1-9E549E4C213D}"/>
              </a:ext>
            </a:extLst>
          </p:cNvPr>
          <p:cNvSpPr/>
          <p:nvPr/>
        </p:nvSpPr>
        <p:spPr>
          <a:xfrm>
            <a:off x="5377237" y="103052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6E58FA31-9941-3C5D-2CB9-7037BADEB014}"/>
              </a:ext>
            </a:extLst>
          </p:cNvPr>
          <p:cNvSpPr/>
          <p:nvPr/>
        </p:nvSpPr>
        <p:spPr>
          <a:xfrm>
            <a:off x="5737237" y="103052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B91B33AE-4F37-B6F8-48F4-66553AB6C524}"/>
              </a:ext>
            </a:extLst>
          </p:cNvPr>
          <p:cNvSpPr/>
          <p:nvPr/>
        </p:nvSpPr>
        <p:spPr>
          <a:xfrm>
            <a:off x="6094765" y="31124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11116EB1-CE37-90A9-F61C-1A8F8363ACAE}"/>
              </a:ext>
            </a:extLst>
          </p:cNvPr>
          <p:cNvSpPr/>
          <p:nvPr/>
        </p:nvSpPr>
        <p:spPr>
          <a:xfrm>
            <a:off x="6274765" y="31133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C26DA8F3-BCF3-2E71-333A-E97E3A5BF742}"/>
              </a:ext>
            </a:extLst>
          </p:cNvPr>
          <p:cNvSpPr/>
          <p:nvPr/>
        </p:nvSpPr>
        <p:spPr>
          <a:xfrm>
            <a:off x="6454765" y="31124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id="{9E1A5866-D13F-A51B-CE43-C710132A8B13}"/>
              </a:ext>
            </a:extLst>
          </p:cNvPr>
          <p:cNvSpPr/>
          <p:nvPr/>
        </p:nvSpPr>
        <p:spPr>
          <a:xfrm>
            <a:off x="6274765" y="49133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41C325DE-E819-80B5-3ACF-1496C81C705C}"/>
              </a:ext>
            </a:extLst>
          </p:cNvPr>
          <p:cNvSpPr/>
          <p:nvPr/>
        </p:nvSpPr>
        <p:spPr>
          <a:xfrm>
            <a:off x="6274765" y="67124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E902C8B4-71DF-B5AA-181E-DA1C00446E79}"/>
              </a:ext>
            </a:extLst>
          </p:cNvPr>
          <p:cNvSpPr/>
          <p:nvPr/>
        </p:nvSpPr>
        <p:spPr>
          <a:xfrm>
            <a:off x="6274765" y="85124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B5EF23A4-3914-36C7-C9C3-F712B3385044}"/>
              </a:ext>
            </a:extLst>
          </p:cNvPr>
          <p:cNvSpPr/>
          <p:nvPr/>
        </p:nvSpPr>
        <p:spPr>
          <a:xfrm>
            <a:off x="6094765" y="103097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1FF68F65-D6B6-B765-8579-B93E080B889A}"/>
              </a:ext>
            </a:extLst>
          </p:cNvPr>
          <p:cNvSpPr/>
          <p:nvPr/>
        </p:nvSpPr>
        <p:spPr>
          <a:xfrm>
            <a:off x="6274765" y="103106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C0FF4843-27F6-FF6E-613F-026C994A6658}"/>
              </a:ext>
            </a:extLst>
          </p:cNvPr>
          <p:cNvSpPr/>
          <p:nvPr/>
        </p:nvSpPr>
        <p:spPr>
          <a:xfrm>
            <a:off x="6454765" y="103097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D5196AF7-EA15-7B3B-A6CD-C2BDCFEB6D53}"/>
              </a:ext>
            </a:extLst>
          </p:cNvPr>
          <p:cNvSpPr/>
          <p:nvPr/>
        </p:nvSpPr>
        <p:spPr>
          <a:xfrm>
            <a:off x="6814765" y="31115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AE6A9E2B-0DC3-6C20-F409-0BD13AFA7C3F}"/>
              </a:ext>
            </a:extLst>
          </p:cNvPr>
          <p:cNvSpPr/>
          <p:nvPr/>
        </p:nvSpPr>
        <p:spPr>
          <a:xfrm>
            <a:off x="6994765" y="31124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B5ADA5FF-0F24-528C-47B3-171B280219E6}"/>
              </a:ext>
            </a:extLst>
          </p:cNvPr>
          <p:cNvSpPr/>
          <p:nvPr/>
        </p:nvSpPr>
        <p:spPr>
          <a:xfrm>
            <a:off x="7174765" y="31115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9" name="矩形 188">
            <a:extLst>
              <a:ext uri="{FF2B5EF4-FFF2-40B4-BE49-F238E27FC236}">
                <a16:creationId xmlns:a16="http://schemas.microsoft.com/office/drawing/2014/main" id="{3F168F49-ED60-23C8-53B4-78742510C2D4}"/>
              </a:ext>
            </a:extLst>
          </p:cNvPr>
          <p:cNvSpPr/>
          <p:nvPr/>
        </p:nvSpPr>
        <p:spPr>
          <a:xfrm>
            <a:off x="7174765" y="49115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2" name="矩形 191">
            <a:extLst>
              <a:ext uri="{FF2B5EF4-FFF2-40B4-BE49-F238E27FC236}">
                <a16:creationId xmlns:a16="http://schemas.microsoft.com/office/drawing/2014/main" id="{D9ECA54C-8DCE-9FA8-1520-DF602B1553D4}"/>
              </a:ext>
            </a:extLst>
          </p:cNvPr>
          <p:cNvSpPr/>
          <p:nvPr/>
        </p:nvSpPr>
        <p:spPr>
          <a:xfrm>
            <a:off x="7174765" y="67106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3" name="矩形 192">
            <a:extLst>
              <a:ext uri="{FF2B5EF4-FFF2-40B4-BE49-F238E27FC236}">
                <a16:creationId xmlns:a16="http://schemas.microsoft.com/office/drawing/2014/main" id="{33A0C416-C798-4B4F-1BE2-3E51CE581130}"/>
              </a:ext>
            </a:extLst>
          </p:cNvPr>
          <p:cNvSpPr/>
          <p:nvPr/>
        </p:nvSpPr>
        <p:spPr>
          <a:xfrm>
            <a:off x="6814765" y="85093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46682F77-3666-4787-C189-F198CD20867A}"/>
              </a:ext>
            </a:extLst>
          </p:cNvPr>
          <p:cNvSpPr/>
          <p:nvPr/>
        </p:nvSpPr>
        <p:spPr>
          <a:xfrm>
            <a:off x="7174765" y="85106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6" name="矩形 195">
            <a:extLst>
              <a:ext uri="{FF2B5EF4-FFF2-40B4-BE49-F238E27FC236}">
                <a16:creationId xmlns:a16="http://schemas.microsoft.com/office/drawing/2014/main" id="{569753A8-51D5-7720-F629-CD55E01DE37E}"/>
              </a:ext>
            </a:extLst>
          </p:cNvPr>
          <p:cNvSpPr/>
          <p:nvPr/>
        </p:nvSpPr>
        <p:spPr>
          <a:xfrm>
            <a:off x="6814765" y="103088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7" name="矩形 196">
            <a:extLst>
              <a:ext uri="{FF2B5EF4-FFF2-40B4-BE49-F238E27FC236}">
                <a16:creationId xmlns:a16="http://schemas.microsoft.com/office/drawing/2014/main" id="{A7928A12-BFFE-5E50-9A6E-17543A03347F}"/>
              </a:ext>
            </a:extLst>
          </p:cNvPr>
          <p:cNvSpPr/>
          <p:nvPr/>
        </p:nvSpPr>
        <p:spPr>
          <a:xfrm>
            <a:off x="6994765" y="103097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8" name="矩形 197">
            <a:extLst>
              <a:ext uri="{FF2B5EF4-FFF2-40B4-BE49-F238E27FC236}">
                <a16:creationId xmlns:a16="http://schemas.microsoft.com/office/drawing/2014/main" id="{A032DA40-1E29-5CA1-0395-21E8510AE933}"/>
              </a:ext>
            </a:extLst>
          </p:cNvPr>
          <p:cNvSpPr/>
          <p:nvPr/>
        </p:nvSpPr>
        <p:spPr>
          <a:xfrm>
            <a:off x="7174765" y="103088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11206285-2A92-726F-5FC9-F2DA4536EBBA}"/>
              </a:ext>
            </a:extLst>
          </p:cNvPr>
          <p:cNvSpPr/>
          <p:nvPr/>
        </p:nvSpPr>
        <p:spPr>
          <a:xfrm>
            <a:off x="7534765" y="31106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8E80CB4A-BDDF-C70C-48FB-9AD3837DE885}"/>
              </a:ext>
            </a:extLst>
          </p:cNvPr>
          <p:cNvSpPr/>
          <p:nvPr/>
        </p:nvSpPr>
        <p:spPr>
          <a:xfrm>
            <a:off x="7894765" y="31106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74F2DD8C-9442-E487-9B94-1A553E790AF1}"/>
              </a:ext>
            </a:extLst>
          </p:cNvPr>
          <p:cNvSpPr/>
          <p:nvPr/>
        </p:nvSpPr>
        <p:spPr>
          <a:xfrm>
            <a:off x="7534765" y="49106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E3EF3AFF-8BA5-8729-9C6E-F49D1D4D86D8}"/>
              </a:ext>
            </a:extLst>
          </p:cNvPr>
          <p:cNvSpPr/>
          <p:nvPr/>
        </p:nvSpPr>
        <p:spPr>
          <a:xfrm>
            <a:off x="7894765" y="49106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5" name="矩形 204">
            <a:extLst>
              <a:ext uri="{FF2B5EF4-FFF2-40B4-BE49-F238E27FC236}">
                <a16:creationId xmlns:a16="http://schemas.microsoft.com/office/drawing/2014/main" id="{C4422E0D-C789-A172-0CDB-2467CB76E3D5}"/>
              </a:ext>
            </a:extLst>
          </p:cNvPr>
          <p:cNvSpPr/>
          <p:nvPr/>
        </p:nvSpPr>
        <p:spPr>
          <a:xfrm>
            <a:off x="7534765" y="67097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6" name="矩形 205">
            <a:extLst>
              <a:ext uri="{FF2B5EF4-FFF2-40B4-BE49-F238E27FC236}">
                <a16:creationId xmlns:a16="http://schemas.microsoft.com/office/drawing/2014/main" id="{6441DB8B-C50A-3CEA-7F70-DABCCFC2C554}"/>
              </a:ext>
            </a:extLst>
          </p:cNvPr>
          <p:cNvSpPr/>
          <p:nvPr/>
        </p:nvSpPr>
        <p:spPr>
          <a:xfrm>
            <a:off x="7714765" y="67106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8" name="矩形 207">
            <a:extLst>
              <a:ext uri="{FF2B5EF4-FFF2-40B4-BE49-F238E27FC236}">
                <a16:creationId xmlns:a16="http://schemas.microsoft.com/office/drawing/2014/main" id="{8FAAA452-5E34-CF18-870A-6D42E961689C}"/>
              </a:ext>
            </a:extLst>
          </p:cNvPr>
          <p:cNvSpPr/>
          <p:nvPr/>
        </p:nvSpPr>
        <p:spPr>
          <a:xfrm>
            <a:off x="7534765" y="85097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0" name="矩形 209">
            <a:extLst>
              <a:ext uri="{FF2B5EF4-FFF2-40B4-BE49-F238E27FC236}">
                <a16:creationId xmlns:a16="http://schemas.microsoft.com/office/drawing/2014/main" id="{4C0A8448-6D80-D056-C406-018D0C12029F}"/>
              </a:ext>
            </a:extLst>
          </p:cNvPr>
          <p:cNvSpPr/>
          <p:nvPr/>
        </p:nvSpPr>
        <p:spPr>
          <a:xfrm>
            <a:off x="7894765" y="85097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1" name="矩形 210">
            <a:extLst>
              <a:ext uri="{FF2B5EF4-FFF2-40B4-BE49-F238E27FC236}">
                <a16:creationId xmlns:a16="http://schemas.microsoft.com/office/drawing/2014/main" id="{6BC818B0-5A82-4287-EE13-276D554E34EC}"/>
              </a:ext>
            </a:extLst>
          </p:cNvPr>
          <p:cNvSpPr/>
          <p:nvPr/>
        </p:nvSpPr>
        <p:spPr>
          <a:xfrm>
            <a:off x="7534765" y="10307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3" name="矩形 212">
            <a:extLst>
              <a:ext uri="{FF2B5EF4-FFF2-40B4-BE49-F238E27FC236}">
                <a16:creationId xmlns:a16="http://schemas.microsoft.com/office/drawing/2014/main" id="{2CF3F0B1-653D-0D28-9A2E-FB6E2AB4D587}"/>
              </a:ext>
            </a:extLst>
          </p:cNvPr>
          <p:cNvSpPr/>
          <p:nvPr/>
        </p:nvSpPr>
        <p:spPr>
          <a:xfrm>
            <a:off x="7894765" y="10307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4" name="矩形 213">
            <a:extLst>
              <a:ext uri="{FF2B5EF4-FFF2-40B4-BE49-F238E27FC236}">
                <a16:creationId xmlns:a16="http://schemas.microsoft.com/office/drawing/2014/main" id="{6AC9AA7D-76C2-FE2B-586B-0E46B402912E}"/>
              </a:ext>
            </a:extLst>
          </p:cNvPr>
          <p:cNvSpPr/>
          <p:nvPr/>
        </p:nvSpPr>
        <p:spPr>
          <a:xfrm>
            <a:off x="8254765" y="31097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7" name="矩形 216">
            <a:extLst>
              <a:ext uri="{FF2B5EF4-FFF2-40B4-BE49-F238E27FC236}">
                <a16:creationId xmlns:a16="http://schemas.microsoft.com/office/drawing/2014/main" id="{D2D13FB5-A820-57DA-EE41-08644808BFF3}"/>
              </a:ext>
            </a:extLst>
          </p:cNvPr>
          <p:cNvSpPr/>
          <p:nvPr/>
        </p:nvSpPr>
        <p:spPr>
          <a:xfrm>
            <a:off x="8254765" y="49097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0" name="矩形 219">
            <a:extLst>
              <a:ext uri="{FF2B5EF4-FFF2-40B4-BE49-F238E27FC236}">
                <a16:creationId xmlns:a16="http://schemas.microsoft.com/office/drawing/2014/main" id="{7EB53D50-ED65-DDCD-7840-57A0FFF72D36}"/>
              </a:ext>
            </a:extLst>
          </p:cNvPr>
          <p:cNvSpPr/>
          <p:nvPr/>
        </p:nvSpPr>
        <p:spPr>
          <a:xfrm>
            <a:off x="8254765" y="67088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3" name="矩形 222">
            <a:extLst>
              <a:ext uri="{FF2B5EF4-FFF2-40B4-BE49-F238E27FC236}">
                <a16:creationId xmlns:a16="http://schemas.microsoft.com/office/drawing/2014/main" id="{F0F2055D-72A8-1330-B73A-1400FD50B21D}"/>
              </a:ext>
            </a:extLst>
          </p:cNvPr>
          <p:cNvSpPr/>
          <p:nvPr/>
        </p:nvSpPr>
        <p:spPr>
          <a:xfrm>
            <a:off x="8254765" y="85075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矩形 225">
            <a:extLst>
              <a:ext uri="{FF2B5EF4-FFF2-40B4-BE49-F238E27FC236}">
                <a16:creationId xmlns:a16="http://schemas.microsoft.com/office/drawing/2014/main" id="{9B6036B8-E408-B5D5-8899-2EECEA137C3D}"/>
              </a:ext>
            </a:extLst>
          </p:cNvPr>
          <p:cNvSpPr/>
          <p:nvPr/>
        </p:nvSpPr>
        <p:spPr>
          <a:xfrm>
            <a:off x="8254765" y="103070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7" name="矩形 226">
            <a:extLst>
              <a:ext uri="{FF2B5EF4-FFF2-40B4-BE49-F238E27FC236}">
                <a16:creationId xmlns:a16="http://schemas.microsoft.com/office/drawing/2014/main" id="{01AF86F9-76AD-BA1D-2B57-693FE48358C3}"/>
              </a:ext>
            </a:extLst>
          </p:cNvPr>
          <p:cNvSpPr/>
          <p:nvPr/>
        </p:nvSpPr>
        <p:spPr>
          <a:xfrm>
            <a:off x="8434765" y="10307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8" name="矩形 227">
            <a:extLst>
              <a:ext uri="{FF2B5EF4-FFF2-40B4-BE49-F238E27FC236}">
                <a16:creationId xmlns:a16="http://schemas.microsoft.com/office/drawing/2014/main" id="{966900BF-2723-07C4-1A27-DE4564F7A79C}"/>
              </a:ext>
            </a:extLst>
          </p:cNvPr>
          <p:cNvSpPr/>
          <p:nvPr/>
        </p:nvSpPr>
        <p:spPr>
          <a:xfrm>
            <a:off x="8614765" y="103070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48153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79CFB0-ECDC-F4CE-FEDB-3891EF0B0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EF4B61F-6AE0-8689-E246-F7FFF5519289}"/>
              </a:ext>
            </a:extLst>
          </p:cNvPr>
          <p:cNvSpPr/>
          <p:nvPr/>
        </p:nvSpPr>
        <p:spPr>
          <a:xfrm>
            <a:off x="157237" y="130885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CF08096-7D7A-5EC9-0DBF-5572DE599A9C}"/>
              </a:ext>
            </a:extLst>
          </p:cNvPr>
          <p:cNvSpPr/>
          <p:nvPr/>
        </p:nvSpPr>
        <p:spPr>
          <a:xfrm>
            <a:off x="877237" y="130885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9754406-1401-5832-43A5-732821305BAD}"/>
              </a:ext>
            </a:extLst>
          </p:cNvPr>
          <p:cNvSpPr/>
          <p:nvPr/>
        </p:nvSpPr>
        <p:spPr>
          <a:xfrm>
            <a:off x="1597237" y="130885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56DE819-3BB6-B80C-CF07-669C677583C3}"/>
              </a:ext>
            </a:extLst>
          </p:cNvPr>
          <p:cNvSpPr/>
          <p:nvPr/>
        </p:nvSpPr>
        <p:spPr>
          <a:xfrm>
            <a:off x="2317237" y="130885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D5280A5-E86E-374C-E598-9D8949DD8E7F}"/>
              </a:ext>
            </a:extLst>
          </p:cNvPr>
          <p:cNvSpPr/>
          <p:nvPr/>
        </p:nvSpPr>
        <p:spPr>
          <a:xfrm>
            <a:off x="3037237" y="130885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B3C775D-C50B-D14E-2CB8-43AC7339022A}"/>
              </a:ext>
            </a:extLst>
          </p:cNvPr>
          <p:cNvSpPr/>
          <p:nvPr/>
        </p:nvSpPr>
        <p:spPr>
          <a:xfrm>
            <a:off x="3757237" y="130885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7A5E920-2BAC-FFCE-5465-42D8B3EC977A}"/>
              </a:ext>
            </a:extLst>
          </p:cNvPr>
          <p:cNvSpPr/>
          <p:nvPr/>
        </p:nvSpPr>
        <p:spPr>
          <a:xfrm>
            <a:off x="5196000" y="130885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AD138E4-832B-85B0-8568-447B57A35FD0}"/>
              </a:ext>
            </a:extLst>
          </p:cNvPr>
          <p:cNvSpPr/>
          <p:nvPr/>
        </p:nvSpPr>
        <p:spPr>
          <a:xfrm>
            <a:off x="5916000" y="130885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42B6754-ABC6-29F7-35ED-0E6DE305A3D7}"/>
              </a:ext>
            </a:extLst>
          </p:cNvPr>
          <p:cNvSpPr/>
          <p:nvPr/>
        </p:nvSpPr>
        <p:spPr>
          <a:xfrm>
            <a:off x="6634763" y="130885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0099976-05E0-E489-364C-971C2FC79C1C}"/>
              </a:ext>
            </a:extLst>
          </p:cNvPr>
          <p:cNvSpPr/>
          <p:nvPr/>
        </p:nvSpPr>
        <p:spPr>
          <a:xfrm>
            <a:off x="7354765" y="130885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7ED23C1-216A-D4F7-6185-83B65C7CE921}"/>
              </a:ext>
            </a:extLst>
          </p:cNvPr>
          <p:cNvSpPr/>
          <p:nvPr/>
        </p:nvSpPr>
        <p:spPr>
          <a:xfrm>
            <a:off x="8073526" y="130885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FFD0AA-008A-F272-C754-215A23BEBBB2}"/>
              </a:ext>
            </a:extLst>
          </p:cNvPr>
          <p:cNvSpPr/>
          <p:nvPr/>
        </p:nvSpPr>
        <p:spPr>
          <a:xfrm>
            <a:off x="337237" y="31160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DF20423-3FE4-80C8-2961-328AB8723A87}"/>
              </a:ext>
            </a:extLst>
          </p:cNvPr>
          <p:cNvSpPr/>
          <p:nvPr/>
        </p:nvSpPr>
        <p:spPr>
          <a:xfrm>
            <a:off x="517237" y="3116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3F7BDBB-4537-7645-EA55-718FA4A0D73B}"/>
              </a:ext>
            </a:extLst>
          </p:cNvPr>
          <p:cNvSpPr/>
          <p:nvPr/>
        </p:nvSpPr>
        <p:spPr>
          <a:xfrm>
            <a:off x="697237" y="31160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0D737DA-3F0D-FB02-9B64-FEF8D8127469}"/>
              </a:ext>
            </a:extLst>
          </p:cNvPr>
          <p:cNvSpPr/>
          <p:nvPr/>
        </p:nvSpPr>
        <p:spPr>
          <a:xfrm>
            <a:off x="337237" y="49160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9ABF2E1-F838-9688-583A-01575A68D00B}"/>
              </a:ext>
            </a:extLst>
          </p:cNvPr>
          <p:cNvSpPr/>
          <p:nvPr/>
        </p:nvSpPr>
        <p:spPr>
          <a:xfrm>
            <a:off x="517237" y="4916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6A32BE8-4202-3990-0598-E8B2B467C704}"/>
              </a:ext>
            </a:extLst>
          </p:cNvPr>
          <p:cNvSpPr/>
          <p:nvPr/>
        </p:nvSpPr>
        <p:spPr>
          <a:xfrm>
            <a:off x="697237" y="49160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D04A188-9E98-A401-F252-19420872C4B3}"/>
              </a:ext>
            </a:extLst>
          </p:cNvPr>
          <p:cNvSpPr/>
          <p:nvPr/>
        </p:nvSpPr>
        <p:spPr>
          <a:xfrm>
            <a:off x="337237" y="67151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A1C1B4C-0EB5-837C-85F7-98105EAFAD88}"/>
              </a:ext>
            </a:extLst>
          </p:cNvPr>
          <p:cNvSpPr/>
          <p:nvPr/>
        </p:nvSpPr>
        <p:spPr>
          <a:xfrm>
            <a:off x="697237" y="67151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5FF6F82-BA99-A1BD-D0CA-4E76816F645D}"/>
              </a:ext>
            </a:extLst>
          </p:cNvPr>
          <p:cNvSpPr/>
          <p:nvPr/>
        </p:nvSpPr>
        <p:spPr>
          <a:xfrm>
            <a:off x="337237" y="85151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8880EAC-6BDC-3C3C-71D2-1D64D8A0C1B4}"/>
              </a:ext>
            </a:extLst>
          </p:cNvPr>
          <p:cNvSpPr/>
          <p:nvPr/>
        </p:nvSpPr>
        <p:spPr>
          <a:xfrm>
            <a:off x="697237" y="85151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347D5E2-EE51-2EFD-B7DE-A6B1D3EE0291}"/>
              </a:ext>
            </a:extLst>
          </p:cNvPr>
          <p:cNvSpPr/>
          <p:nvPr/>
        </p:nvSpPr>
        <p:spPr>
          <a:xfrm>
            <a:off x="337237" y="103133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6F326F3-A2AE-B8AD-C00E-B37785AD7942}"/>
              </a:ext>
            </a:extLst>
          </p:cNvPr>
          <p:cNvSpPr/>
          <p:nvPr/>
        </p:nvSpPr>
        <p:spPr>
          <a:xfrm>
            <a:off x="697237" y="103133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F5E8290-0029-E3F3-A974-3347032DC1D7}"/>
              </a:ext>
            </a:extLst>
          </p:cNvPr>
          <p:cNvSpPr/>
          <p:nvPr/>
        </p:nvSpPr>
        <p:spPr>
          <a:xfrm>
            <a:off x="1057237" y="31151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42C92D2-EF43-2373-B329-18AE78046D38}"/>
              </a:ext>
            </a:extLst>
          </p:cNvPr>
          <p:cNvSpPr/>
          <p:nvPr/>
        </p:nvSpPr>
        <p:spPr>
          <a:xfrm>
            <a:off x="1237237" y="31160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FAF0BFC-05A0-BCFC-8686-B231E421767C}"/>
              </a:ext>
            </a:extLst>
          </p:cNvPr>
          <p:cNvSpPr/>
          <p:nvPr/>
        </p:nvSpPr>
        <p:spPr>
          <a:xfrm>
            <a:off x="1417237" y="31151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9A6464E-BC54-C8C5-84B9-6A46686E6F7E}"/>
              </a:ext>
            </a:extLst>
          </p:cNvPr>
          <p:cNvSpPr/>
          <p:nvPr/>
        </p:nvSpPr>
        <p:spPr>
          <a:xfrm>
            <a:off x="1057237" y="49151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B13CC23-7070-2FE6-A285-FC97EAB2A986}"/>
              </a:ext>
            </a:extLst>
          </p:cNvPr>
          <p:cNvSpPr/>
          <p:nvPr/>
        </p:nvSpPr>
        <p:spPr>
          <a:xfrm>
            <a:off x="1417237" y="49151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4ED8CC0-3A47-CCC4-CE6A-49222CB8B619}"/>
              </a:ext>
            </a:extLst>
          </p:cNvPr>
          <p:cNvSpPr/>
          <p:nvPr/>
        </p:nvSpPr>
        <p:spPr>
          <a:xfrm>
            <a:off x="1057237" y="67142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060F49B-07C5-6705-C535-D2D73FCCE020}"/>
              </a:ext>
            </a:extLst>
          </p:cNvPr>
          <p:cNvSpPr/>
          <p:nvPr/>
        </p:nvSpPr>
        <p:spPr>
          <a:xfrm>
            <a:off x="1417237" y="67142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8423C38-C6F9-90E0-2899-A23C1953C4E9}"/>
              </a:ext>
            </a:extLst>
          </p:cNvPr>
          <p:cNvSpPr/>
          <p:nvPr/>
        </p:nvSpPr>
        <p:spPr>
          <a:xfrm>
            <a:off x="1057237" y="85129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F62ACB7-E549-6A94-63F2-B9A7C768349E}"/>
              </a:ext>
            </a:extLst>
          </p:cNvPr>
          <p:cNvSpPr/>
          <p:nvPr/>
        </p:nvSpPr>
        <p:spPr>
          <a:xfrm>
            <a:off x="1417237" y="85142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160E89E-56F9-33D8-5594-F61CC87009B9}"/>
              </a:ext>
            </a:extLst>
          </p:cNvPr>
          <p:cNvSpPr/>
          <p:nvPr/>
        </p:nvSpPr>
        <p:spPr>
          <a:xfrm>
            <a:off x="1057237" y="103124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52DF638-6525-4EBC-51DA-6F9FA25EBC93}"/>
              </a:ext>
            </a:extLst>
          </p:cNvPr>
          <p:cNvSpPr/>
          <p:nvPr/>
        </p:nvSpPr>
        <p:spPr>
          <a:xfrm>
            <a:off x="1417237" y="103124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C08B3118-82CE-600F-5555-803CF7D1F30E}"/>
              </a:ext>
            </a:extLst>
          </p:cNvPr>
          <p:cNvSpPr/>
          <p:nvPr/>
        </p:nvSpPr>
        <p:spPr>
          <a:xfrm>
            <a:off x="1777237" y="31142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9BF31262-AD97-5029-3DD8-07186DF72D51}"/>
              </a:ext>
            </a:extLst>
          </p:cNvPr>
          <p:cNvSpPr/>
          <p:nvPr/>
        </p:nvSpPr>
        <p:spPr>
          <a:xfrm>
            <a:off x="1957237" y="31151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BB6CD4A0-C771-6A08-9F26-76C28DE738E3}"/>
              </a:ext>
            </a:extLst>
          </p:cNvPr>
          <p:cNvSpPr/>
          <p:nvPr/>
        </p:nvSpPr>
        <p:spPr>
          <a:xfrm>
            <a:off x="2137237" y="31142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FCA34075-DD44-E069-F28A-00C75699A108}"/>
              </a:ext>
            </a:extLst>
          </p:cNvPr>
          <p:cNvSpPr/>
          <p:nvPr/>
        </p:nvSpPr>
        <p:spPr>
          <a:xfrm>
            <a:off x="1777237" y="49142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F7977EAB-B79E-AD8B-7B07-49B461B14CDC}"/>
              </a:ext>
            </a:extLst>
          </p:cNvPr>
          <p:cNvSpPr/>
          <p:nvPr/>
        </p:nvSpPr>
        <p:spPr>
          <a:xfrm>
            <a:off x="2137237" y="49142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E9C005F0-6717-8AAE-E120-A8EB24F5F424}"/>
              </a:ext>
            </a:extLst>
          </p:cNvPr>
          <p:cNvSpPr/>
          <p:nvPr/>
        </p:nvSpPr>
        <p:spPr>
          <a:xfrm>
            <a:off x="1777237" y="67133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8775FD19-0A61-2D98-E880-16C8D3C31505}"/>
              </a:ext>
            </a:extLst>
          </p:cNvPr>
          <p:cNvSpPr/>
          <p:nvPr/>
        </p:nvSpPr>
        <p:spPr>
          <a:xfrm>
            <a:off x="2137237" y="67133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7FAAB671-7F50-FF6E-558F-90E6C75EDA77}"/>
              </a:ext>
            </a:extLst>
          </p:cNvPr>
          <p:cNvSpPr/>
          <p:nvPr/>
        </p:nvSpPr>
        <p:spPr>
          <a:xfrm>
            <a:off x="1777237" y="85133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445449AE-1675-7216-7AC6-707510EC7106}"/>
              </a:ext>
            </a:extLst>
          </p:cNvPr>
          <p:cNvSpPr/>
          <p:nvPr/>
        </p:nvSpPr>
        <p:spPr>
          <a:xfrm>
            <a:off x="2137237" y="85133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290E46D7-384F-5387-5717-57335CE51702}"/>
              </a:ext>
            </a:extLst>
          </p:cNvPr>
          <p:cNvSpPr/>
          <p:nvPr/>
        </p:nvSpPr>
        <p:spPr>
          <a:xfrm>
            <a:off x="1777237" y="103115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63341EAB-3DC0-B502-AD38-4DD1F6A4D073}"/>
              </a:ext>
            </a:extLst>
          </p:cNvPr>
          <p:cNvSpPr/>
          <p:nvPr/>
        </p:nvSpPr>
        <p:spPr>
          <a:xfrm>
            <a:off x="1957237" y="103124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465E76CE-14CB-80BD-AD87-1345B600134F}"/>
              </a:ext>
            </a:extLst>
          </p:cNvPr>
          <p:cNvSpPr/>
          <p:nvPr/>
        </p:nvSpPr>
        <p:spPr>
          <a:xfrm>
            <a:off x="2137237" y="103115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7989C852-A8DB-6B7B-D850-0351FFE0A14C}"/>
              </a:ext>
            </a:extLst>
          </p:cNvPr>
          <p:cNvSpPr/>
          <p:nvPr/>
        </p:nvSpPr>
        <p:spPr>
          <a:xfrm>
            <a:off x="2497237" y="31133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1A81850C-FE2C-DEA4-FA01-F00C4EC17413}"/>
              </a:ext>
            </a:extLst>
          </p:cNvPr>
          <p:cNvSpPr/>
          <p:nvPr/>
        </p:nvSpPr>
        <p:spPr>
          <a:xfrm>
            <a:off x="2677237" y="31142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4C3D9DAD-18B4-205C-1CE4-9B6E146012A1}"/>
              </a:ext>
            </a:extLst>
          </p:cNvPr>
          <p:cNvSpPr/>
          <p:nvPr/>
        </p:nvSpPr>
        <p:spPr>
          <a:xfrm>
            <a:off x="2857237" y="31133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ACF9AAFC-ADF8-A66C-1BBF-683725315EF9}"/>
              </a:ext>
            </a:extLst>
          </p:cNvPr>
          <p:cNvSpPr/>
          <p:nvPr/>
        </p:nvSpPr>
        <p:spPr>
          <a:xfrm>
            <a:off x="2497237" y="49133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4B6590EB-9875-587C-F275-67C4A14C5E08}"/>
              </a:ext>
            </a:extLst>
          </p:cNvPr>
          <p:cNvSpPr/>
          <p:nvPr/>
        </p:nvSpPr>
        <p:spPr>
          <a:xfrm>
            <a:off x="2857237" y="49133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51F610FB-C247-02C5-C9BB-E920FF45702D}"/>
              </a:ext>
            </a:extLst>
          </p:cNvPr>
          <p:cNvSpPr/>
          <p:nvPr/>
        </p:nvSpPr>
        <p:spPr>
          <a:xfrm>
            <a:off x="2497237" y="67124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40080FAD-5AB6-3958-A1B6-F6F70543E885}"/>
              </a:ext>
            </a:extLst>
          </p:cNvPr>
          <p:cNvSpPr/>
          <p:nvPr/>
        </p:nvSpPr>
        <p:spPr>
          <a:xfrm>
            <a:off x="2677237" y="67133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E286DD38-6A9B-E0C1-ED2D-F82FCB37B7FE}"/>
              </a:ext>
            </a:extLst>
          </p:cNvPr>
          <p:cNvSpPr/>
          <p:nvPr/>
        </p:nvSpPr>
        <p:spPr>
          <a:xfrm>
            <a:off x="2857237" y="67124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3B14B4CD-5564-9A21-6F58-9709FB637B9A}"/>
              </a:ext>
            </a:extLst>
          </p:cNvPr>
          <p:cNvSpPr/>
          <p:nvPr/>
        </p:nvSpPr>
        <p:spPr>
          <a:xfrm>
            <a:off x="2497237" y="85111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9563EBE0-6D38-233A-5281-E390FDA76C97}"/>
              </a:ext>
            </a:extLst>
          </p:cNvPr>
          <p:cNvSpPr/>
          <p:nvPr/>
        </p:nvSpPr>
        <p:spPr>
          <a:xfrm>
            <a:off x="2497237" y="103106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1F10CD6A-EFBE-928C-FE93-63160E911DD3}"/>
              </a:ext>
            </a:extLst>
          </p:cNvPr>
          <p:cNvSpPr/>
          <p:nvPr/>
        </p:nvSpPr>
        <p:spPr>
          <a:xfrm>
            <a:off x="3217237" y="31106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A8CF0D90-1944-4447-EEF1-7818ED790780}"/>
              </a:ext>
            </a:extLst>
          </p:cNvPr>
          <p:cNvSpPr/>
          <p:nvPr/>
        </p:nvSpPr>
        <p:spPr>
          <a:xfrm>
            <a:off x="3397237" y="31115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4379F202-7E74-657F-9B76-D3E1EB09165A}"/>
              </a:ext>
            </a:extLst>
          </p:cNvPr>
          <p:cNvSpPr/>
          <p:nvPr/>
        </p:nvSpPr>
        <p:spPr>
          <a:xfrm>
            <a:off x="3577237" y="31106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78AAB33B-179C-2CB7-8BF3-D35F0AD0DED1}"/>
              </a:ext>
            </a:extLst>
          </p:cNvPr>
          <p:cNvSpPr/>
          <p:nvPr/>
        </p:nvSpPr>
        <p:spPr>
          <a:xfrm>
            <a:off x="3217237" y="49106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203D7DB8-34A6-D939-C5B3-7B3F36ABC875}"/>
              </a:ext>
            </a:extLst>
          </p:cNvPr>
          <p:cNvSpPr/>
          <p:nvPr/>
        </p:nvSpPr>
        <p:spPr>
          <a:xfrm>
            <a:off x="3577237" y="49106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DBBA0AEB-E53F-496D-3BF1-57765B91123F}"/>
              </a:ext>
            </a:extLst>
          </p:cNvPr>
          <p:cNvSpPr/>
          <p:nvPr/>
        </p:nvSpPr>
        <p:spPr>
          <a:xfrm>
            <a:off x="3217237" y="67097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F21D16EA-3FCC-63CE-5CFB-C1BDFAFE1A2E}"/>
              </a:ext>
            </a:extLst>
          </p:cNvPr>
          <p:cNvSpPr/>
          <p:nvPr/>
        </p:nvSpPr>
        <p:spPr>
          <a:xfrm>
            <a:off x="3397237" y="67106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F6E41362-9565-8DF2-E01E-1BC4361E8A50}"/>
              </a:ext>
            </a:extLst>
          </p:cNvPr>
          <p:cNvSpPr/>
          <p:nvPr/>
        </p:nvSpPr>
        <p:spPr>
          <a:xfrm>
            <a:off x="3577237" y="67097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77E228D4-779B-21EA-EE1B-A46F793740F3}"/>
              </a:ext>
            </a:extLst>
          </p:cNvPr>
          <p:cNvSpPr/>
          <p:nvPr/>
        </p:nvSpPr>
        <p:spPr>
          <a:xfrm>
            <a:off x="3577237" y="85097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6C824C0D-7EFF-E38A-9980-C61BEDC8C51E}"/>
              </a:ext>
            </a:extLst>
          </p:cNvPr>
          <p:cNvSpPr/>
          <p:nvPr/>
        </p:nvSpPr>
        <p:spPr>
          <a:xfrm>
            <a:off x="3577237" y="10307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5A924D2E-0984-BBD6-AE29-A7FD830254F4}"/>
              </a:ext>
            </a:extLst>
          </p:cNvPr>
          <p:cNvSpPr/>
          <p:nvPr/>
        </p:nvSpPr>
        <p:spPr>
          <a:xfrm>
            <a:off x="3937237" y="31097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B05F54D3-179E-D996-D394-864D5E616F13}"/>
              </a:ext>
            </a:extLst>
          </p:cNvPr>
          <p:cNvSpPr/>
          <p:nvPr/>
        </p:nvSpPr>
        <p:spPr>
          <a:xfrm>
            <a:off x="4117237" y="31106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55B479D1-9E58-C795-AB79-F5D627F4EF94}"/>
              </a:ext>
            </a:extLst>
          </p:cNvPr>
          <p:cNvSpPr/>
          <p:nvPr/>
        </p:nvSpPr>
        <p:spPr>
          <a:xfrm>
            <a:off x="4297237" y="31097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1EFF164F-015F-6C25-7927-F7694A6C20A5}"/>
              </a:ext>
            </a:extLst>
          </p:cNvPr>
          <p:cNvSpPr/>
          <p:nvPr/>
        </p:nvSpPr>
        <p:spPr>
          <a:xfrm>
            <a:off x="3937237" y="49097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1469507A-53A8-892B-C3AE-5F806751A10E}"/>
              </a:ext>
            </a:extLst>
          </p:cNvPr>
          <p:cNvSpPr/>
          <p:nvPr/>
        </p:nvSpPr>
        <p:spPr>
          <a:xfrm>
            <a:off x="4297237" y="49097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E3C6FC5F-80B8-737D-571C-73C1E7B1561F}"/>
              </a:ext>
            </a:extLst>
          </p:cNvPr>
          <p:cNvSpPr/>
          <p:nvPr/>
        </p:nvSpPr>
        <p:spPr>
          <a:xfrm>
            <a:off x="3937237" y="67088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DDFA3458-32B9-5531-4C17-B75A6DF0CF82}"/>
              </a:ext>
            </a:extLst>
          </p:cNvPr>
          <p:cNvSpPr/>
          <p:nvPr/>
        </p:nvSpPr>
        <p:spPr>
          <a:xfrm>
            <a:off x="4117237" y="67097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27306E65-2BA3-52B3-E9C0-5151E431E047}"/>
              </a:ext>
            </a:extLst>
          </p:cNvPr>
          <p:cNvSpPr/>
          <p:nvPr/>
        </p:nvSpPr>
        <p:spPr>
          <a:xfrm>
            <a:off x="3937237" y="85075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02C693D4-96E7-BF48-53C5-5B43C2B48C54}"/>
              </a:ext>
            </a:extLst>
          </p:cNvPr>
          <p:cNvSpPr/>
          <p:nvPr/>
        </p:nvSpPr>
        <p:spPr>
          <a:xfrm>
            <a:off x="4297237" y="85088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DC09163B-1478-F591-D645-E021CEAB0FAB}"/>
              </a:ext>
            </a:extLst>
          </p:cNvPr>
          <p:cNvSpPr/>
          <p:nvPr/>
        </p:nvSpPr>
        <p:spPr>
          <a:xfrm>
            <a:off x="3937237" y="103070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EAA9BAFB-5AD5-D542-FB32-A3A70BBDEA35}"/>
              </a:ext>
            </a:extLst>
          </p:cNvPr>
          <p:cNvSpPr/>
          <p:nvPr/>
        </p:nvSpPr>
        <p:spPr>
          <a:xfrm>
            <a:off x="4297237" y="103070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8BB5B1F9-43FD-2AFB-9DA1-168BE89891D2}"/>
              </a:ext>
            </a:extLst>
          </p:cNvPr>
          <p:cNvSpPr/>
          <p:nvPr/>
        </p:nvSpPr>
        <p:spPr>
          <a:xfrm>
            <a:off x="5377237" y="3107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CE5FF0CB-CB6E-0720-AC44-0AA2AF7A6F28}"/>
              </a:ext>
            </a:extLst>
          </p:cNvPr>
          <p:cNvSpPr/>
          <p:nvPr/>
        </p:nvSpPr>
        <p:spPr>
          <a:xfrm>
            <a:off x="5557237" y="31088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2BEF4736-EE53-2DA3-2D64-764A0FD5C87E}"/>
              </a:ext>
            </a:extLst>
          </p:cNvPr>
          <p:cNvSpPr/>
          <p:nvPr/>
        </p:nvSpPr>
        <p:spPr>
          <a:xfrm>
            <a:off x="5737237" y="3107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401885EE-9232-AFAA-1FD4-631705F7D6A6}"/>
              </a:ext>
            </a:extLst>
          </p:cNvPr>
          <p:cNvSpPr/>
          <p:nvPr/>
        </p:nvSpPr>
        <p:spPr>
          <a:xfrm>
            <a:off x="5557237" y="49088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7623A1A0-B2BE-C1DA-87D5-04145DAF357A}"/>
              </a:ext>
            </a:extLst>
          </p:cNvPr>
          <p:cNvSpPr/>
          <p:nvPr/>
        </p:nvSpPr>
        <p:spPr>
          <a:xfrm>
            <a:off x="5557237" y="6707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AA60FC04-5A4C-48D9-B4E1-42946182E5FD}"/>
              </a:ext>
            </a:extLst>
          </p:cNvPr>
          <p:cNvSpPr/>
          <p:nvPr/>
        </p:nvSpPr>
        <p:spPr>
          <a:xfrm>
            <a:off x="5557237" y="8507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73807C8D-704A-C89A-E9D7-790420CF3402}"/>
              </a:ext>
            </a:extLst>
          </p:cNvPr>
          <p:cNvSpPr/>
          <p:nvPr/>
        </p:nvSpPr>
        <p:spPr>
          <a:xfrm>
            <a:off x="5557237" y="103061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E9EAE768-9C8D-0635-A000-1A28810C6960}"/>
              </a:ext>
            </a:extLst>
          </p:cNvPr>
          <p:cNvSpPr/>
          <p:nvPr/>
        </p:nvSpPr>
        <p:spPr>
          <a:xfrm>
            <a:off x="6094765" y="31124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E1FF6284-3BCC-CC0C-5EFD-EDE8E8A81366}"/>
              </a:ext>
            </a:extLst>
          </p:cNvPr>
          <p:cNvSpPr/>
          <p:nvPr/>
        </p:nvSpPr>
        <p:spPr>
          <a:xfrm>
            <a:off x="6454765" y="31124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E1A1B882-8AB2-282A-0272-C90A8D38AA71}"/>
              </a:ext>
            </a:extLst>
          </p:cNvPr>
          <p:cNvSpPr/>
          <p:nvPr/>
        </p:nvSpPr>
        <p:spPr>
          <a:xfrm>
            <a:off x="6094765" y="49124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36E5F589-A559-428A-098B-1D81C7AEE929}"/>
              </a:ext>
            </a:extLst>
          </p:cNvPr>
          <p:cNvSpPr/>
          <p:nvPr/>
        </p:nvSpPr>
        <p:spPr>
          <a:xfrm>
            <a:off x="6454765" y="49124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12AD48F5-9B3B-F214-C1E4-A236ED018CA1}"/>
              </a:ext>
            </a:extLst>
          </p:cNvPr>
          <p:cNvSpPr/>
          <p:nvPr/>
        </p:nvSpPr>
        <p:spPr>
          <a:xfrm>
            <a:off x="6094765" y="67115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248DC450-C3AB-CD11-4626-6D5CC41B15F6}"/>
              </a:ext>
            </a:extLst>
          </p:cNvPr>
          <p:cNvSpPr/>
          <p:nvPr/>
        </p:nvSpPr>
        <p:spPr>
          <a:xfrm>
            <a:off x="6454765" y="67115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6F236010-1FE8-C20B-3750-5181CD4A36D7}"/>
              </a:ext>
            </a:extLst>
          </p:cNvPr>
          <p:cNvSpPr/>
          <p:nvPr/>
        </p:nvSpPr>
        <p:spPr>
          <a:xfrm>
            <a:off x="6094765" y="85115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4AC65221-0109-1EC9-453B-E611CC03F4B6}"/>
              </a:ext>
            </a:extLst>
          </p:cNvPr>
          <p:cNvSpPr/>
          <p:nvPr/>
        </p:nvSpPr>
        <p:spPr>
          <a:xfrm>
            <a:off x="6454765" y="85115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E635BC34-B932-DE18-FC58-3134A782A1F0}"/>
              </a:ext>
            </a:extLst>
          </p:cNvPr>
          <p:cNvSpPr/>
          <p:nvPr/>
        </p:nvSpPr>
        <p:spPr>
          <a:xfrm>
            <a:off x="6094765" y="103097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315EE3C1-B8EE-A0D9-5B7C-1A53E1444C9E}"/>
              </a:ext>
            </a:extLst>
          </p:cNvPr>
          <p:cNvSpPr/>
          <p:nvPr/>
        </p:nvSpPr>
        <p:spPr>
          <a:xfrm>
            <a:off x="6274765" y="103106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70531940-9DA2-D09F-F1DD-DAD21FD84D6F}"/>
              </a:ext>
            </a:extLst>
          </p:cNvPr>
          <p:cNvSpPr/>
          <p:nvPr/>
        </p:nvSpPr>
        <p:spPr>
          <a:xfrm>
            <a:off x="6454765" y="103097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D5ED5EF7-3001-A417-9034-E3D26FF44DA8}"/>
              </a:ext>
            </a:extLst>
          </p:cNvPr>
          <p:cNvSpPr/>
          <p:nvPr/>
        </p:nvSpPr>
        <p:spPr>
          <a:xfrm>
            <a:off x="6814765" y="31115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6478D0F0-82FF-596D-9E0F-31067D64EB18}"/>
              </a:ext>
            </a:extLst>
          </p:cNvPr>
          <p:cNvSpPr/>
          <p:nvPr/>
        </p:nvSpPr>
        <p:spPr>
          <a:xfrm>
            <a:off x="7174765" y="31115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6A6B80E4-F8C2-8E22-B90B-BDE620855CFA}"/>
              </a:ext>
            </a:extLst>
          </p:cNvPr>
          <p:cNvSpPr/>
          <p:nvPr/>
        </p:nvSpPr>
        <p:spPr>
          <a:xfrm>
            <a:off x="6814765" y="49115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9" name="矩形 188">
            <a:extLst>
              <a:ext uri="{FF2B5EF4-FFF2-40B4-BE49-F238E27FC236}">
                <a16:creationId xmlns:a16="http://schemas.microsoft.com/office/drawing/2014/main" id="{1AEE4C2E-8FEE-A815-C0FA-7C5A727C7992}"/>
              </a:ext>
            </a:extLst>
          </p:cNvPr>
          <p:cNvSpPr/>
          <p:nvPr/>
        </p:nvSpPr>
        <p:spPr>
          <a:xfrm>
            <a:off x="7174765" y="49115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0" name="矩形 189">
            <a:extLst>
              <a:ext uri="{FF2B5EF4-FFF2-40B4-BE49-F238E27FC236}">
                <a16:creationId xmlns:a16="http://schemas.microsoft.com/office/drawing/2014/main" id="{DE637CF9-A56C-8BA8-6E2D-A77CBC9022B4}"/>
              </a:ext>
            </a:extLst>
          </p:cNvPr>
          <p:cNvSpPr/>
          <p:nvPr/>
        </p:nvSpPr>
        <p:spPr>
          <a:xfrm>
            <a:off x="6814765" y="67106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2" name="矩形 191">
            <a:extLst>
              <a:ext uri="{FF2B5EF4-FFF2-40B4-BE49-F238E27FC236}">
                <a16:creationId xmlns:a16="http://schemas.microsoft.com/office/drawing/2014/main" id="{8895A272-CA5F-E863-229B-E14E0FA879FE}"/>
              </a:ext>
            </a:extLst>
          </p:cNvPr>
          <p:cNvSpPr/>
          <p:nvPr/>
        </p:nvSpPr>
        <p:spPr>
          <a:xfrm>
            <a:off x="7174765" y="67106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3" name="矩形 192">
            <a:extLst>
              <a:ext uri="{FF2B5EF4-FFF2-40B4-BE49-F238E27FC236}">
                <a16:creationId xmlns:a16="http://schemas.microsoft.com/office/drawing/2014/main" id="{35C72EBE-77AB-36BB-9E13-9F76B6EB1EC5}"/>
              </a:ext>
            </a:extLst>
          </p:cNvPr>
          <p:cNvSpPr/>
          <p:nvPr/>
        </p:nvSpPr>
        <p:spPr>
          <a:xfrm>
            <a:off x="6814765" y="85093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7C1D69CC-5C4E-0314-E1BA-A5644068A131}"/>
              </a:ext>
            </a:extLst>
          </p:cNvPr>
          <p:cNvSpPr/>
          <p:nvPr/>
        </p:nvSpPr>
        <p:spPr>
          <a:xfrm>
            <a:off x="7174765" y="85106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7" name="矩形 196">
            <a:extLst>
              <a:ext uri="{FF2B5EF4-FFF2-40B4-BE49-F238E27FC236}">
                <a16:creationId xmlns:a16="http://schemas.microsoft.com/office/drawing/2014/main" id="{58E0EF02-C565-BC27-B885-75BF5ADE2995}"/>
              </a:ext>
            </a:extLst>
          </p:cNvPr>
          <p:cNvSpPr/>
          <p:nvPr/>
        </p:nvSpPr>
        <p:spPr>
          <a:xfrm>
            <a:off x="6994765" y="103097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5502B0A7-915E-CA1C-3EB1-8C7D49BD9FF8}"/>
              </a:ext>
            </a:extLst>
          </p:cNvPr>
          <p:cNvSpPr/>
          <p:nvPr/>
        </p:nvSpPr>
        <p:spPr>
          <a:xfrm>
            <a:off x="7534765" y="31106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BD9FEC3B-C4C6-B22B-D93A-3963ACD99181}"/>
              </a:ext>
            </a:extLst>
          </p:cNvPr>
          <p:cNvSpPr/>
          <p:nvPr/>
        </p:nvSpPr>
        <p:spPr>
          <a:xfrm>
            <a:off x="7894765" y="31106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CEC7A41A-B8FD-92C4-EC13-9D132EC4BC23}"/>
              </a:ext>
            </a:extLst>
          </p:cNvPr>
          <p:cNvSpPr/>
          <p:nvPr/>
        </p:nvSpPr>
        <p:spPr>
          <a:xfrm>
            <a:off x="7534765" y="49106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705B8120-718D-A655-7190-B16A9B4EFAD2}"/>
              </a:ext>
            </a:extLst>
          </p:cNvPr>
          <p:cNvSpPr/>
          <p:nvPr/>
        </p:nvSpPr>
        <p:spPr>
          <a:xfrm>
            <a:off x="7894765" y="49106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5" name="矩形 204">
            <a:extLst>
              <a:ext uri="{FF2B5EF4-FFF2-40B4-BE49-F238E27FC236}">
                <a16:creationId xmlns:a16="http://schemas.microsoft.com/office/drawing/2014/main" id="{4082C206-86AA-B65D-0955-DDE7D3D1A682}"/>
              </a:ext>
            </a:extLst>
          </p:cNvPr>
          <p:cNvSpPr/>
          <p:nvPr/>
        </p:nvSpPr>
        <p:spPr>
          <a:xfrm>
            <a:off x="7534765" y="67097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7" name="矩形 206">
            <a:extLst>
              <a:ext uri="{FF2B5EF4-FFF2-40B4-BE49-F238E27FC236}">
                <a16:creationId xmlns:a16="http://schemas.microsoft.com/office/drawing/2014/main" id="{A23F281D-9DDE-BEDA-2FB1-8A17F815CD80}"/>
              </a:ext>
            </a:extLst>
          </p:cNvPr>
          <p:cNvSpPr/>
          <p:nvPr/>
        </p:nvSpPr>
        <p:spPr>
          <a:xfrm>
            <a:off x="7894765" y="67097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8" name="矩形 207">
            <a:extLst>
              <a:ext uri="{FF2B5EF4-FFF2-40B4-BE49-F238E27FC236}">
                <a16:creationId xmlns:a16="http://schemas.microsoft.com/office/drawing/2014/main" id="{ED742C76-E03C-6D2B-7339-2EDE8719B599}"/>
              </a:ext>
            </a:extLst>
          </p:cNvPr>
          <p:cNvSpPr/>
          <p:nvPr/>
        </p:nvSpPr>
        <p:spPr>
          <a:xfrm>
            <a:off x="7534765" y="85097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9" name="矩形 208">
            <a:extLst>
              <a:ext uri="{FF2B5EF4-FFF2-40B4-BE49-F238E27FC236}">
                <a16:creationId xmlns:a16="http://schemas.microsoft.com/office/drawing/2014/main" id="{B11C257E-3C09-5E6F-6955-1F012AC536DA}"/>
              </a:ext>
            </a:extLst>
          </p:cNvPr>
          <p:cNvSpPr/>
          <p:nvPr/>
        </p:nvSpPr>
        <p:spPr>
          <a:xfrm>
            <a:off x="7714765" y="85106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0" name="矩形 209">
            <a:extLst>
              <a:ext uri="{FF2B5EF4-FFF2-40B4-BE49-F238E27FC236}">
                <a16:creationId xmlns:a16="http://schemas.microsoft.com/office/drawing/2014/main" id="{8E1A9A8C-3914-6322-D3A4-F995D46B85FE}"/>
              </a:ext>
            </a:extLst>
          </p:cNvPr>
          <p:cNvSpPr/>
          <p:nvPr/>
        </p:nvSpPr>
        <p:spPr>
          <a:xfrm>
            <a:off x="7894765" y="85097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1" name="矩形 210">
            <a:extLst>
              <a:ext uri="{FF2B5EF4-FFF2-40B4-BE49-F238E27FC236}">
                <a16:creationId xmlns:a16="http://schemas.microsoft.com/office/drawing/2014/main" id="{5618CFD3-419D-FFCB-C0CB-6591885023B9}"/>
              </a:ext>
            </a:extLst>
          </p:cNvPr>
          <p:cNvSpPr/>
          <p:nvPr/>
        </p:nvSpPr>
        <p:spPr>
          <a:xfrm>
            <a:off x="7534765" y="10307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2" name="矩形 211">
            <a:extLst>
              <a:ext uri="{FF2B5EF4-FFF2-40B4-BE49-F238E27FC236}">
                <a16:creationId xmlns:a16="http://schemas.microsoft.com/office/drawing/2014/main" id="{7E96162F-FA49-1292-D861-A7607F4B1674}"/>
              </a:ext>
            </a:extLst>
          </p:cNvPr>
          <p:cNvSpPr/>
          <p:nvPr/>
        </p:nvSpPr>
        <p:spPr>
          <a:xfrm>
            <a:off x="7714765" y="103088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3" name="矩形 212">
            <a:extLst>
              <a:ext uri="{FF2B5EF4-FFF2-40B4-BE49-F238E27FC236}">
                <a16:creationId xmlns:a16="http://schemas.microsoft.com/office/drawing/2014/main" id="{476D9F31-AE76-562C-6A56-375822BA5CA1}"/>
              </a:ext>
            </a:extLst>
          </p:cNvPr>
          <p:cNvSpPr/>
          <p:nvPr/>
        </p:nvSpPr>
        <p:spPr>
          <a:xfrm>
            <a:off x="7894765" y="10307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4" name="矩形 213">
            <a:extLst>
              <a:ext uri="{FF2B5EF4-FFF2-40B4-BE49-F238E27FC236}">
                <a16:creationId xmlns:a16="http://schemas.microsoft.com/office/drawing/2014/main" id="{9B5B7FC2-E5A5-950E-B3F4-7347AC78A2DE}"/>
              </a:ext>
            </a:extLst>
          </p:cNvPr>
          <p:cNvSpPr/>
          <p:nvPr/>
        </p:nvSpPr>
        <p:spPr>
          <a:xfrm>
            <a:off x="8254765" y="31097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6" name="矩形 215">
            <a:extLst>
              <a:ext uri="{FF2B5EF4-FFF2-40B4-BE49-F238E27FC236}">
                <a16:creationId xmlns:a16="http://schemas.microsoft.com/office/drawing/2014/main" id="{C5AE03E1-FF85-BF2D-7D92-626A8E5217E8}"/>
              </a:ext>
            </a:extLst>
          </p:cNvPr>
          <p:cNvSpPr/>
          <p:nvPr/>
        </p:nvSpPr>
        <p:spPr>
          <a:xfrm>
            <a:off x="8614765" y="31097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7" name="矩形 216">
            <a:extLst>
              <a:ext uri="{FF2B5EF4-FFF2-40B4-BE49-F238E27FC236}">
                <a16:creationId xmlns:a16="http://schemas.microsoft.com/office/drawing/2014/main" id="{FC5BABEF-265F-984B-3F11-179D8A87D705}"/>
              </a:ext>
            </a:extLst>
          </p:cNvPr>
          <p:cNvSpPr/>
          <p:nvPr/>
        </p:nvSpPr>
        <p:spPr>
          <a:xfrm>
            <a:off x="8254765" y="49097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9" name="矩形 218">
            <a:extLst>
              <a:ext uri="{FF2B5EF4-FFF2-40B4-BE49-F238E27FC236}">
                <a16:creationId xmlns:a16="http://schemas.microsoft.com/office/drawing/2014/main" id="{B7AE805C-889E-275E-86C1-974636A7CA30}"/>
              </a:ext>
            </a:extLst>
          </p:cNvPr>
          <p:cNvSpPr/>
          <p:nvPr/>
        </p:nvSpPr>
        <p:spPr>
          <a:xfrm>
            <a:off x="8614765" y="49097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1" name="矩形 220">
            <a:extLst>
              <a:ext uri="{FF2B5EF4-FFF2-40B4-BE49-F238E27FC236}">
                <a16:creationId xmlns:a16="http://schemas.microsoft.com/office/drawing/2014/main" id="{32057699-F482-23E0-8605-1742B6838A2F}"/>
              </a:ext>
            </a:extLst>
          </p:cNvPr>
          <p:cNvSpPr/>
          <p:nvPr/>
        </p:nvSpPr>
        <p:spPr>
          <a:xfrm>
            <a:off x="8434765" y="67097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3" name="矩形 222">
            <a:extLst>
              <a:ext uri="{FF2B5EF4-FFF2-40B4-BE49-F238E27FC236}">
                <a16:creationId xmlns:a16="http://schemas.microsoft.com/office/drawing/2014/main" id="{91E61087-9DE2-CD41-6EBC-6452936193E6}"/>
              </a:ext>
            </a:extLst>
          </p:cNvPr>
          <p:cNvSpPr/>
          <p:nvPr/>
        </p:nvSpPr>
        <p:spPr>
          <a:xfrm>
            <a:off x="8254765" y="85075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5" name="矩形 224">
            <a:extLst>
              <a:ext uri="{FF2B5EF4-FFF2-40B4-BE49-F238E27FC236}">
                <a16:creationId xmlns:a16="http://schemas.microsoft.com/office/drawing/2014/main" id="{42A623F9-BE3C-03FD-76AD-6E94C65E8038}"/>
              </a:ext>
            </a:extLst>
          </p:cNvPr>
          <p:cNvSpPr/>
          <p:nvPr/>
        </p:nvSpPr>
        <p:spPr>
          <a:xfrm>
            <a:off x="8614765" y="85088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矩形 225">
            <a:extLst>
              <a:ext uri="{FF2B5EF4-FFF2-40B4-BE49-F238E27FC236}">
                <a16:creationId xmlns:a16="http://schemas.microsoft.com/office/drawing/2014/main" id="{F39E4A10-C1DD-A1B0-10B5-C8E77E37C2A6}"/>
              </a:ext>
            </a:extLst>
          </p:cNvPr>
          <p:cNvSpPr/>
          <p:nvPr/>
        </p:nvSpPr>
        <p:spPr>
          <a:xfrm>
            <a:off x="8254765" y="103070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8" name="矩形 227">
            <a:extLst>
              <a:ext uri="{FF2B5EF4-FFF2-40B4-BE49-F238E27FC236}">
                <a16:creationId xmlns:a16="http://schemas.microsoft.com/office/drawing/2014/main" id="{77CDC9BA-670B-FD98-F8A2-33F90FEB5500}"/>
              </a:ext>
            </a:extLst>
          </p:cNvPr>
          <p:cNvSpPr/>
          <p:nvPr/>
        </p:nvSpPr>
        <p:spPr>
          <a:xfrm>
            <a:off x="8614765" y="103070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97E4969-4C79-7740-36C1-73B3B42343D6}"/>
              </a:ext>
            </a:extLst>
          </p:cNvPr>
          <p:cNvSpPr/>
          <p:nvPr/>
        </p:nvSpPr>
        <p:spPr>
          <a:xfrm>
            <a:off x="4477237" y="130885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A8C2BF5-FE2E-ED91-4FA2-CA36A67517B1}"/>
              </a:ext>
            </a:extLst>
          </p:cNvPr>
          <p:cNvSpPr/>
          <p:nvPr/>
        </p:nvSpPr>
        <p:spPr>
          <a:xfrm>
            <a:off x="4837237" y="31097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47DC178-8FF7-18D9-4E63-F00F29D2021F}"/>
              </a:ext>
            </a:extLst>
          </p:cNvPr>
          <p:cNvSpPr/>
          <p:nvPr/>
        </p:nvSpPr>
        <p:spPr>
          <a:xfrm>
            <a:off x="5017237" y="31088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BB5686C-E779-13D5-0E09-328B15DEB26F}"/>
              </a:ext>
            </a:extLst>
          </p:cNvPr>
          <p:cNvSpPr/>
          <p:nvPr/>
        </p:nvSpPr>
        <p:spPr>
          <a:xfrm>
            <a:off x="4657237" y="49088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458B959-C209-44E0-5EC6-83176E822BDF}"/>
              </a:ext>
            </a:extLst>
          </p:cNvPr>
          <p:cNvSpPr/>
          <p:nvPr/>
        </p:nvSpPr>
        <p:spPr>
          <a:xfrm>
            <a:off x="4657237" y="6707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AE85B59-34DD-124C-1E98-1417BCAC1DE8}"/>
              </a:ext>
            </a:extLst>
          </p:cNvPr>
          <p:cNvSpPr/>
          <p:nvPr/>
        </p:nvSpPr>
        <p:spPr>
          <a:xfrm>
            <a:off x="4837237" y="67088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4DF23FE-D722-B21E-0D3A-315742DF3012}"/>
              </a:ext>
            </a:extLst>
          </p:cNvPr>
          <p:cNvSpPr/>
          <p:nvPr/>
        </p:nvSpPr>
        <p:spPr>
          <a:xfrm>
            <a:off x="5017237" y="6707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DDEC46EC-836E-4934-A35C-C1DDD9E9C112}"/>
              </a:ext>
            </a:extLst>
          </p:cNvPr>
          <p:cNvSpPr/>
          <p:nvPr/>
        </p:nvSpPr>
        <p:spPr>
          <a:xfrm>
            <a:off x="5017237" y="8507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EF9CB51-6219-B2EE-5D61-F392FEB7AF36}"/>
              </a:ext>
            </a:extLst>
          </p:cNvPr>
          <p:cNvSpPr/>
          <p:nvPr/>
        </p:nvSpPr>
        <p:spPr>
          <a:xfrm>
            <a:off x="4657237" y="103061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75974C14-C006-5D3E-1845-50E69C421A57}"/>
              </a:ext>
            </a:extLst>
          </p:cNvPr>
          <p:cNvSpPr/>
          <p:nvPr/>
        </p:nvSpPr>
        <p:spPr>
          <a:xfrm>
            <a:off x="4837237" y="103070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68ED504F-9E6B-0F38-C6C6-386D91550B46}"/>
              </a:ext>
            </a:extLst>
          </p:cNvPr>
          <p:cNvSpPr/>
          <p:nvPr/>
        </p:nvSpPr>
        <p:spPr>
          <a:xfrm>
            <a:off x="5017237" y="103061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27EA0E5C-6184-3BB9-03B0-F8AF43E31047}"/>
              </a:ext>
            </a:extLst>
          </p:cNvPr>
          <p:cNvSpPr/>
          <p:nvPr/>
        </p:nvSpPr>
        <p:spPr>
          <a:xfrm>
            <a:off x="4656617" y="31097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23771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531E3F-BE8A-F8FD-5C5D-A3824DC8E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4A71D3DB-B3D3-0949-D0FA-F55A853D7D35}"/>
              </a:ext>
            </a:extLst>
          </p:cNvPr>
          <p:cNvSpPr/>
          <p:nvPr/>
        </p:nvSpPr>
        <p:spPr>
          <a:xfrm>
            <a:off x="157237" y="130795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A86B092-20BB-ACBD-C661-5BE5C9D8E929}"/>
              </a:ext>
            </a:extLst>
          </p:cNvPr>
          <p:cNvSpPr/>
          <p:nvPr/>
        </p:nvSpPr>
        <p:spPr>
          <a:xfrm>
            <a:off x="877237" y="130795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ED90B6C-C4ED-E053-9A17-50B9EFB14B53}"/>
              </a:ext>
            </a:extLst>
          </p:cNvPr>
          <p:cNvSpPr/>
          <p:nvPr/>
        </p:nvSpPr>
        <p:spPr>
          <a:xfrm>
            <a:off x="1597237" y="130795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2AF1D29-81C6-52E0-8D41-B204F2E9E581}"/>
              </a:ext>
            </a:extLst>
          </p:cNvPr>
          <p:cNvSpPr/>
          <p:nvPr/>
        </p:nvSpPr>
        <p:spPr>
          <a:xfrm>
            <a:off x="2317237" y="130795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F0D7631-56D1-FEDB-5F07-60992C63BAEC}"/>
              </a:ext>
            </a:extLst>
          </p:cNvPr>
          <p:cNvSpPr/>
          <p:nvPr/>
        </p:nvSpPr>
        <p:spPr>
          <a:xfrm>
            <a:off x="3035036" y="130795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EDE5611-328F-3A14-8587-FBBC452CC7E6}"/>
              </a:ext>
            </a:extLst>
          </p:cNvPr>
          <p:cNvSpPr/>
          <p:nvPr/>
        </p:nvSpPr>
        <p:spPr>
          <a:xfrm>
            <a:off x="3757237" y="130795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5EDD4EC-78D4-2778-52F0-33F5C3C8C3D4}"/>
              </a:ext>
            </a:extLst>
          </p:cNvPr>
          <p:cNvSpPr/>
          <p:nvPr/>
        </p:nvSpPr>
        <p:spPr>
          <a:xfrm>
            <a:off x="4479438" y="130795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FC5EEDE-52AC-7E00-97F3-27FAF39C01A1}"/>
              </a:ext>
            </a:extLst>
          </p:cNvPr>
          <p:cNvSpPr/>
          <p:nvPr/>
        </p:nvSpPr>
        <p:spPr>
          <a:xfrm>
            <a:off x="5197237" y="130795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C5B34DC-EB06-58CD-76C9-9C4B0843C002}"/>
              </a:ext>
            </a:extLst>
          </p:cNvPr>
          <p:cNvSpPr/>
          <p:nvPr/>
        </p:nvSpPr>
        <p:spPr>
          <a:xfrm>
            <a:off x="5919438" y="130795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5AAA33D-C6A0-13E7-801D-742B24223200}"/>
              </a:ext>
            </a:extLst>
          </p:cNvPr>
          <p:cNvSpPr/>
          <p:nvPr/>
        </p:nvSpPr>
        <p:spPr>
          <a:xfrm>
            <a:off x="6637237" y="130795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F7F5702-8007-81A5-3A33-6EB177E593A8}"/>
              </a:ext>
            </a:extLst>
          </p:cNvPr>
          <p:cNvSpPr/>
          <p:nvPr/>
        </p:nvSpPr>
        <p:spPr>
          <a:xfrm>
            <a:off x="7359438" y="130795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6B65F678-625C-E7AF-67E2-4AB69E1B21FE}"/>
              </a:ext>
            </a:extLst>
          </p:cNvPr>
          <p:cNvSpPr/>
          <p:nvPr/>
        </p:nvSpPr>
        <p:spPr>
          <a:xfrm>
            <a:off x="8077237" y="130795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90BFE5-1A18-A43D-91EF-6726F3B76F9C}"/>
              </a:ext>
            </a:extLst>
          </p:cNvPr>
          <p:cNvSpPr/>
          <p:nvPr/>
        </p:nvSpPr>
        <p:spPr>
          <a:xfrm>
            <a:off x="337237" y="31160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A23D39-5D1E-AF5B-3DCA-0ADEE4C5354E}"/>
              </a:ext>
            </a:extLst>
          </p:cNvPr>
          <p:cNvSpPr/>
          <p:nvPr/>
        </p:nvSpPr>
        <p:spPr>
          <a:xfrm>
            <a:off x="697237" y="31160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CA78703-9BF6-5693-7FB2-B28B6FF1F580}"/>
              </a:ext>
            </a:extLst>
          </p:cNvPr>
          <p:cNvSpPr/>
          <p:nvPr/>
        </p:nvSpPr>
        <p:spPr>
          <a:xfrm>
            <a:off x="337237" y="49160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A810899-9CA0-877C-4890-4ACC55EA8FB4}"/>
              </a:ext>
            </a:extLst>
          </p:cNvPr>
          <p:cNvSpPr/>
          <p:nvPr/>
        </p:nvSpPr>
        <p:spPr>
          <a:xfrm>
            <a:off x="697237" y="49160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015751F-BE46-FB27-99EF-F04536B78A6D}"/>
              </a:ext>
            </a:extLst>
          </p:cNvPr>
          <p:cNvSpPr/>
          <p:nvPr/>
        </p:nvSpPr>
        <p:spPr>
          <a:xfrm>
            <a:off x="517237" y="67160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95400BE-6532-A2EB-4ACD-BC5617F90344}"/>
              </a:ext>
            </a:extLst>
          </p:cNvPr>
          <p:cNvSpPr/>
          <p:nvPr/>
        </p:nvSpPr>
        <p:spPr>
          <a:xfrm>
            <a:off x="517237" y="85160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BCE0EAF-44CF-E0F0-7F41-B34018EFB59A}"/>
              </a:ext>
            </a:extLst>
          </p:cNvPr>
          <p:cNvSpPr/>
          <p:nvPr/>
        </p:nvSpPr>
        <p:spPr>
          <a:xfrm>
            <a:off x="517237" y="103142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4213980-7AA9-5ECA-8829-079B8BA67BE2}"/>
              </a:ext>
            </a:extLst>
          </p:cNvPr>
          <p:cNvSpPr/>
          <p:nvPr/>
        </p:nvSpPr>
        <p:spPr>
          <a:xfrm>
            <a:off x="1057237" y="31151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B8C87DB-473B-3FC7-A3D2-99B3AE9A921B}"/>
              </a:ext>
            </a:extLst>
          </p:cNvPr>
          <p:cNvSpPr/>
          <p:nvPr/>
        </p:nvSpPr>
        <p:spPr>
          <a:xfrm>
            <a:off x="1237237" y="31160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B6ED7EA-DB22-54A9-DDA4-18528F870709}"/>
              </a:ext>
            </a:extLst>
          </p:cNvPr>
          <p:cNvSpPr/>
          <p:nvPr/>
        </p:nvSpPr>
        <p:spPr>
          <a:xfrm>
            <a:off x="1417237" y="31151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BFD65DB-2034-435B-535C-3B03C567703A}"/>
              </a:ext>
            </a:extLst>
          </p:cNvPr>
          <p:cNvSpPr/>
          <p:nvPr/>
        </p:nvSpPr>
        <p:spPr>
          <a:xfrm>
            <a:off x="1417237" y="49151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65B5A64-7E9C-38C9-BB7E-3783A39DABE7}"/>
              </a:ext>
            </a:extLst>
          </p:cNvPr>
          <p:cNvSpPr/>
          <p:nvPr/>
        </p:nvSpPr>
        <p:spPr>
          <a:xfrm>
            <a:off x="1237237" y="67151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4CC20DC-E04A-5014-76EA-031C14C8E852}"/>
              </a:ext>
            </a:extLst>
          </p:cNvPr>
          <p:cNvSpPr/>
          <p:nvPr/>
        </p:nvSpPr>
        <p:spPr>
          <a:xfrm>
            <a:off x="1057237" y="85129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F0290AF-4A5F-33F4-A350-D76F7E2030EC}"/>
              </a:ext>
            </a:extLst>
          </p:cNvPr>
          <p:cNvSpPr/>
          <p:nvPr/>
        </p:nvSpPr>
        <p:spPr>
          <a:xfrm>
            <a:off x="1057237" y="103124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742C28E-606D-55CC-5BDA-204530A52963}"/>
              </a:ext>
            </a:extLst>
          </p:cNvPr>
          <p:cNvSpPr/>
          <p:nvPr/>
        </p:nvSpPr>
        <p:spPr>
          <a:xfrm>
            <a:off x="1237237" y="103133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AF862C4-16A4-EFC8-F050-59ED7C431A98}"/>
              </a:ext>
            </a:extLst>
          </p:cNvPr>
          <p:cNvSpPr/>
          <p:nvPr/>
        </p:nvSpPr>
        <p:spPr>
          <a:xfrm>
            <a:off x="1417237" y="103124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CC1DA7E7-1409-C1B9-5F5C-041B2222E994}"/>
              </a:ext>
            </a:extLst>
          </p:cNvPr>
          <p:cNvSpPr/>
          <p:nvPr/>
        </p:nvSpPr>
        <p:spPr>
          <a:xfrm>
            <a:off x="1777237" y="31142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A2D4424A-29DC-8224-945D-72A25A19C3E1}"/>
              </a:ext>
            </a:extLst>
          </p:cNvPr>
          <p:cNvSpPr/>
          <p:nvPr/>
        </p:nvSpPr>
        <p:spPr>
          <a:xfrm>
            <a:off x="1957237" y="31151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65D851C8-3107-BA60-441B-486C33FBCDF3}"/>
              </a:ext>
            </a:extLst>
          </p:cNvPr>
          <p:cNvSpPr/>
          <p:nvPr/>
        </p:nvSpPr>
        <p:spPr>
          <a:xfrm>
            <a:off x="2137237" y="31142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174128F2-2AFD-EA36-3CB1-5C7B34C407E4}"/>
              </a:ext>
            </a:extLst>
          </p:cNvPr>
          <p:cNvSpPr/>
          <p:nvPr/>
        </p:nvSpPr>
        <p:spPr>
          <a:xfrm>
            <a:off x="1777237" y="49142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A39F68A0-2BCE-C776-1A51-348BF16BD27D}"/>
              </a:ext>
            </a:extLst>
          </p:cNvPr>
          <p:cNvSpPr/>
          <p:nvPr/>
        </p:nvSpPr>
        <p:spPr>
          <a:xfrm>
            <a:off x="2137237" y="49142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C85724BE-A4E4-CF6B-C959-50A1B5F8D4AF}"/>
              </a:ext>
            </a:extLst>
          </p:cNvPr>
          <p:cNvSpPr/>
          <p:nvPr/>
        </p:nvSpPr>
        <p:spPr>
          <a:xfrm>
            <a:off x="1777237" y="67133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2ED2A4E5-158A-DBA8-F502-22694600CB27}"/>
              </a:ext>
            </a:extLst>
          </p:cNvPr>
          <p:cNvSpPr/>
          <p:nvPr/>
        </p:nvSpPr>
        <p:spPr>
          <a:xfrm>
            <a:off x="2137237" y="67133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BD8276CD-C232-F064-51B8-AF18378915F6}"/>
              </a:ext>
            </a:extLst>
          </p:cNvPr>
          <p:cNvSpPr/>
          <p:nvPr/>
        </p:nvSpPr>
        <p:spPr>
          <a:xfrm>
            <a:off x="1777237" y="85133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CB416467-0230-FA8C-3C4B-C69621DF6E86}"/>
              </a:ext>
            </a:extLst>
          </p:cNvPr>
          <p:cNvSpPr/>
          <p:nvPr/>
        </p:nvSpPr>
        <p:spPr>
          <a:xfrm>
            <a:off x="2137237" y="85133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F093D112-2A92-3850-31F9-140A13A3B57F}"/>
              </a:ext>
            </a:extLst>
          </p:cNvPr>
          <p:cNvSpPr/>
          <p:nvPr/>
        </p:nvSpPr>
        <p:spPr>
          <a:xfrm>
            <a:off x="1777237" y="103115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D4CCF754-E313-5A04-720F-979362B9D764}"/>
              </a:ext>
            </a:extLst>
          </p:cNvPr>
          <p:cNvSpPr/>
          <p:nvPr/>
        </p:nvSpPr>
        <p:spPr>
          <a:xfrm>
            <a:off x="1957237" y="103124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6EA58BB9-2236-E838-0968-4887CEFC5515}"/>
              </a:ext>
            </a:extLst>
          </p:cNvPr>
          <p:cNvSpPr/>
          <p:nvPr/>
        </p:nvSpPr>
        <p:spPr>
          <a:xfrm>
            <a:off x="2137237" y="103115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C36C62AD-381A-3282-8FF2-DEE6E8E16F20}"/>
              </a:ext>
            </a:extLst>
          </p:cNvPr>
          <p:cNvSpPr/>
          <p:nvPr/>
        </p:nvSpPr>
        <p:spPr>
          <a:xfrm>
            <a:off x="2497237" y="31133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F4FB4F57-7DAC-57BC-C20E-027EF63D4F64}"/>
              </a:ext>
            </a:extLst>
          </p:cNvPr>
          <p:cNvSpPr/>
          <p:nvPr/>
        </p:nvSpPr>
        <p:spPr>
          <a:xfrm>
            <a:off x="2677237" y="31142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2C3120D3-A397-D024-DEF0-C3CA0552ACDD}"/>
              </a:ext>
            </a:extLst>
          </p:cNvPr>
          <p:cNvSpPr/>
          <p:nvPr/>
        </p:nvSpPr>
        <p:spPr>
          <a:xfrm>
            <a:off x="2677237" y="49142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CF834649-0A76-2489-1C8E-41C9D974FAD6}"/>
              </a:ext>
            </a:extLst>
          </p:cNvPr>
          <p:cNvSpPr/>
          <p:nvPr/>
        </p:nvSpPr>
        <p:spPr>
          <a:xfrm>
            <a:off x="2677237" y="67133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787F851A-6E6E-347E-7EF9-B5E02CDAF1C5}"/>
              </a:ext>
            </a:extLst>
          </p:cNvPr>
          <p:cNvSpPr/>
          <p:nvPr/>
        </p:nvSpPr>
        <p:spPr>
          <a:xfrm>
            <a:off x="2677237" y="85133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B40BBD48-C94D-7F77-AE18-16A6DD9FC3B8}"/>
              </a:ext>
            </a:extLst>
          </p:cNvPr>
          <p:cNvSpPr/>
          <p:nvPr/>
        </p:nvSpPr>
        <p:spPr>
          <a:xfrm>
            <a:off x="2497237" y="103106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B8337E80-B7DC-FC7A-00CB-238956CD8022}"/>
              </a:ext>
            </a:extLst>
          </p:cNvPr>
          <p:cNvSpPr/>
          <p:nvPr/>
        </p:nvSpPr>
        <p:spPr>
          <a:xfrm>
            <a:off x="2677237" y="103115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A90B18D5-99FE-B368-BB82-34462F63A2E5}"/>
              </a:ext>
            </a:extLst>
          </p:cNvPr>
          <p:cNvSpPr/>
          <p:nvPr/>
        </p:nvSpPr>
        <p:spPr>
          <a:xfrm>
            <a:off x="2857237" y="103106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DA7296FD-3A4E-5F6A-40B6-06802E923827}"/>
              </a:ext>
            </a:extLst>
          </p:cNvPr>
          <p:cNvSpPr/>
          <p:nvPr/>
        </p:nvSpPr>
        <p:spPr>
          <a:xfrm>
            <a:off x="3217237" y="31106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E522EFAE-5FDE-BD3A-EB09-2160C8A633B5}"/>
              </a:ext>
            </a:extLst>
          </p:cNvPr>
          <p:cNvSpPr/>
          <p:nvPr/>
        </p:nvSpPr>
        <p:spPr>
          <a:xfrm>
            <a:off x="3397237" y="31115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0BE509E2-213F-2999-1242-FC2B13FAA7FD}"/>
              </a:ext>
            </a:extLst>
          </p:cNvPr>
          <p:cNvSpPr/>
          <p:nvPr/>
        </p:nvSpPr>
        <p:spPr>
          <a:xfrm>
            <a:off x="3577237" y="31106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4A94EBD2-8B4C-7942-3326-5417BB1A04B9}"/>
              </a:ext>
            </a:extLst>
          </p:cNvPr>
          <p:cNvSpPr/>
          <p:nvPr/>
        </p:nvSpPr>
        <p:spPr>
          <a:xfrm>
            <a:off x="3577237" y="49106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0B9C34DD-1949-1F98-F670-FBD911EC9DBE}"/>
              </a:ext>
            </a:extLst>
          </p:cNvPr>
          <p:cNvSpPr/>
          <p:nvPr/>
        </p:nvSpPr>
        <p:spPr>
          <a:xfrm>
            <a:off x="3217237" y="67097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AAA6F7EC-5990-65C4-B787-899880A3D3CD}"/>
              </a:ext>
            </a:extLst>
          </p:cNvPr>
          <p:cNvSpPr/>
          <p:nvPr/>
        </p:nvSpPr>
        <p:spPr>
          <a:xfrm>
            <a:off x="3397237" y="67106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BBA956E0-3BC5-CC61-811A-FEE17D6FABEB}"/>
              </a:ext>
            </a:extLst>
          </p:cNvPr>
          <p:cNvSpPr/>
          <p:nvPr/>
        </p:nvSpPr>
        <p:spPr>
          <a:xfrm>
            <a:off x="3577237" y="67097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46CA01B4-C28A-7F39-FD50-064AD76AB026}"/>
              </a:ext>
            </a:extLst>
          </p:cNvPr>
          <p:cNvSpPr/>
          <p:nvPr/>
        </p:nvSpPr>
        <p:spPr>
          <a:xfrm>
            <a:off x="3217237" y="85097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134705A5-FFC6-49C5-389D-CDBB6D30088F}"/>
              </a:ext>
            </a:extLst>
          </p:cNvPr>
          <p:cNvSpPr/>
          <p:nvPr/>
        </p:nvSpPr>
        <p:spPr>
          <a:xfrm>
            <a:off x="3217237" y="10307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4F6E927-69A6-01AF-4004-F5E952F0C5A6}"/>
              </a:ext>
            </a:extLst>
          </p:cNvPr>
          <p:cNvSpPr/>
          <p:nvPr/>
        </p:nvSpPr>
        <p:spPr>
          <a:xfrm>
            <a:off x="3397237" y="103088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0094E616-6F04-C597-E60E-FD07981BACC5}"/>
              </a:ext>
            </a:extLst>
          </p:cNvPr>
          <p:cNvSpPr/>
          <p:nvPr/>
        </p:nvSpPr>
        <p:spPr>
          <a:xfrm>
            <a:off x="3577237" y="10307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5271E1AC-A08E-B059-3D7D-A1534D831B58}"/>
              </a:ext>
            </a:extLst>
          </p:cNvPr>
          <p:cNvSpPr/>
          <p:nvPr/>
        </p:nvSpPr>
        <p:spPr>
          <a:xfrm>
            <a:off x="3937237" y="31097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EE364B41-63C9-88B3-3A26-0DF54E4EB9FD}"/>
              </a:ext>
            </a:extLst>
          </p:cNvPr>
          <p:cNvSpPr/>
          <p:nvPr/>
        </p:nvSpPr>
        <p:spPr>
          <a:xfrm>
            <a:off x="4117237" y="31106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6E77AC3F-8BE7-E776-8C4E-87F005A4FD79}"/>
              </a:ext>
            </a:extLst>
          </p:cNvPr>
          <p:cNvSpPr/>
          <p:nvPr/>
        </p:nvSpPr>
        <p:spPr>
          <a:xfrm>
            <a:off x="4297237" y="31097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3C29E0C2-A50C-CC54-3C32-E8DAA9EF06A8}"/>
              </a:ext>
            </a:extLst>
          </p:cNvPr>
          <p:cNvSpPr/>
          <p:nvPr/>
        </p:nvSpPr>
        <p:spPr>
          <a:xfrm>
            <a:off x="4297237" y="49097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C97F565C-5F1F-5D37-B105-6094D5908327}"/>
              </a:ext>
            </a:extLst>
          </p:cNvPr>
          <p:cNvSpPr/>
          <p:nvPr/>
        </p:nvSpPr>
        <p:spPr>
          <a:xfrm>
            <a:off x="3937237" y="67088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CF764357-7153-0F39-0BB8-A5D4F7E108C9}"/>
              </a:ext>
            </a:extLst>
          </p:cNvPr>
          <p:cNvSpPr/>
          <p:nvPr/>
        </p:nvSpPr>
        <p:spPr>
          <a:xfrm>
            <a:off x="4117237" y="67097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E01F8103-1028-86B3-EB77-D8D638BFE645}"/>
              </a:ext>
            </a:extLst>
          </p:cNvPr>
          <p:cNvSpPr/>
          <p:nvPr/>
        </p:nvSpPr>
        <p:spPr>
          <a:xfrm>
            <a:off x="4297237" y="67088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FE380526-0E30-D1AE-B9B5-DF0D289A1845}"/>
              </a:ext>
            </a:extLst>
          </p:cNvPr>
          <p:cNvSpPr/>
          <p:nvPr/>
        </p:nvSpPr>
        <p:spPr>
          <a:xfrm>
            <a:off x="4297237" y="85088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5392409A-4096-6256-8662-91658CC10017}"/>
              </a:ext>
            </a:extLst>
          </p:cNvPr>
          <p:cNvSpPr/>
          <p:nvPr/>
        </p:nvSpPr>
        <p:spPr>
          <a:xfrm>
            <a:off x="3937237" y="103070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592CD596-83B4-B8B5-CE62-A87225460315}"/>
              </a:ext>
            </a:extLst>
          </p:cNvPr>
          <p:cNvSpPr/>
          <p:nvPr/>
        </p:nvSpPr>
        <p:spPr>
          <a:xfrm>
            <a:off x="4117237" y="10307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C4FF90BF-674F-6AC7-394E-84CA72583AAC}"/>
              </a:ext>
            </a:extLst>
          </p:cNvPr>
          <p:cNvSpPr/>
          <p:nvPr/>
        </p:nvSpPr>
        <p:spPr>
          <a:xfrm>
            <a:off x="4297237" y="103070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BEE7268D-82D1-A155-FF1B-083E67F2B6F3}"/>
              </a:ext>
            </a:extLst>
          </p:cNvPr>
          <p:cNvSpPr/>
          <p:nvPr/>
        </p:nvSpPr>
        <p:spPr>
          <a:xfrm>
            <a:off x="4657237" y="31088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13244C26-2219-4A9D-8DF5-C6A47E1A8E4A}"/>
              </a:ext>
            </a:extLst>
          </p:cNvPr>
          <p:cNvSpPr/>
          <p:nvPr/>
        </p:nvSpPr>
        <p:spPr>
          <a:xfrm>
            <a:off x="5017237" y="31088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67179A53-DFCC-B3FB-18CC-2AA070C91703}"/>
              </a:ext>
            </a:extLst>
          </p:cNvPr>
          <p:cNvSpPr/>
          <p:nvPr/>
        </p:nvSpPr>
        <p:spPr>
          <a:xfrm>
            <a:off x="4657237" y="49088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4707734F-B754-4DEC-4C60-F42B2FC8D4C5}"/>
              </a:ext>
            </a:extLst>
          </p:cNvPr>
          <p:cNvSpPr/>
          <p:nvPr/>
        </p:nvSpPr>
        <p:spPr>
          <a:xfrm>
            <a:off x="5017237" y="49088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364703D4-A9E4-5876-435B-424A3053F626}"/>
              </a:ext>
            </a:extLst>
          </p:cNvPr>
          <p:cNvSpPr/>
          <p:nvPr/>
        </p:nvSpPr>
        <p:spPr>
          <a:xfrm>
            <a:off x="4657237" y="6707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784D7CC4-ED36-8B63-BEE7-EA905F09672C}"/>
              </a:ext>
            </a:extLst>
          </p:cNvPr>
          <p:cNvSpPr/>
          <p:nvPr/>
        </p:nvSpPr>
        <p:spPr>
          <a:xfrm>
            <a:off x="4837237" y="67088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62BCB3F2-550E-652B-BC98-5DD86BB6926F}"/>
              </a:ext>
            </a:extLst>
          </p:cNvPr>
          <p:cNvSpPr/>
          <p:nvPr/>
        </p:nvSpPr>
        <p:spPr>
          <a:xfrm>
            <a:off x="5017237" y="6707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0069C92B-ACCC-50B6-B788-C477D2D55BCE}"/>
              </a:ext>
            </a:extLst>
          </p:cNvPr>
          <p:cNvSpPr/>
          <p:nvPr/>
        </p:nvSpPr>
        <p:spPr>
          <a:xfrm>
            <a:off x="5017237" y="8507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B5F1D1BB-16FE-9073-7CD0-C24AB0042A91}"/>
              </a:ext>
            </a:extLst>
          </p:cNvPr>
          <p:cNvSpPr/>
          <p:nvPr/>
        </p:nvSpPr>
        <p:spPr>
          <a:xfrm>
            <a:off x="5017237" y="103061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DD650D84-EDAA-C31A-1A3A-6463561CB2EF}"/>
              </a:ext>
            </a:extLst>
          </p:cNvPr>
          <p:cNvSpPr/>
          <p:nvPr/>
        </p:nvSpPr>
        <p:spPr>
          <a:xfrm>
            <a:off x="5377237" y="3107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70FC39AC-1141-28E2-470A-EEB98D843513}"/>
              </a:ext>
            </a:extLst>
          </p:cNvPr>
          <p:cNvSpPr/>
          <p:nvPr/>
        </p:nvSpPr>
        <p:spPr>
          <a:xfrm>
            <a:off x="5557237" y="31088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D6C075DE-1124-050C-397D-78A84AB4D4FD}"/>
              </a:ext>
            </a:extLst>
          </p:cNvPr>
          <p:cNvSpPr/>
          <p:nvPr/>
        </p:nvSpPr>
        <p:spPr>
          <a:xfrm>
            <a:off x="5737237" y="3107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95577D5A-FF3F-1A76-8BB3-B3099B0A7028}"/>
              </a:ext>
            </a:extLst>
          </p:cNvPr>
          <p:cNvSpPr/>
          <p:nvPr/>
        </p:nvSpPr>
        <p:spPr>
          <a:xfrm>
            <a:off x="5377237" y="4907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7D5204FA-DEAE-78E7-584A-5A11A96FDF5F}"/>
              </a:ext>
            </a:extLst>
          </p:cNvPr>
          <p:cNvSpPr/>
          <p:nvPr/>
        </p:nvSpPr>
        <p:spPr>
          <a:xfrm>
            <a:off x="5377237" y="67070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A06C892C-E7EC-282F-CCF3-6F35EE5C2184}"/>
              </a:ext>
            </a:extLst>
          </p:cNvPr>
          <p:cNvSpPr/>
          <p:nvPr/>
        </p:nvSpPr>
        <p:spPr>
          <a:xfrm>
            <a:off x="5557237" y="6707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65EFDE30-CB21-4A44-A4B6-CF51286F514B}"/>
              </a:ext>
            </a:extLst>
          </p:cNvPr>
          <p:cNvSpPr/>
          <p:nvPr/>
        </p:nvSpPr>
        <p:spPr>
          <a:xfrm>
            <a:off x="5737237" y="67070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73D093A8-0955-E498-2386-A28EA175EEBE}"/>
              </a:ext>
            </a:extLst>
          </p:cNvPr>
          <p:cNvSpPr/>
          <p:nvPr/>
        </p:nvSpPr>
        <p:spPr>
          <a:xfrm>
            <a:off x="5737237" y="85070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242DDF23-ADC2-F61D-9244-CF59A778AEA1}"/>
              </a:ext>
            </a:extLst>
          </p:cNvPr>
          <p:cNvSpPr/>
          <p:nvPr/>
        </p:nvSpPr>
        <p:spPr>
          <a:xfrm>
            <a:off x="5377237" y="103052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D2462840-42AC-C722-D29E-EAD0CF76B701}"/>
              </a:ext>
            </a:extLst>
          </p:cNvPr>
          <p:cNvSpPr/>
          <p:nvPr/>
        </p:nvSpPr>
        <p:spPr>
          <a:xfrm>
            <a:off x="5557237" y="103061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8ABB6997-769A-F684-21D6-9000430FBB19}"/>
              </a:ext>
            </a:extLst>
          </p:cNvPr>
          <p:cNvSpPr/>
          <p:nvPr/>
        </p:nvSpPr>
        <p:spPr>
          <a:xfrm>
            <a:off x="6096000" y="31088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BA65AE4C-8056-EAAD-E6E8-355EB70ED2AA}"/>
              </a:ext>
            </a:extLst>
          </p:cNvPr>
          <p:cNvSpPr/>
          <p:nvPr/>
        </p:nvSpPr>
        <p:spPr>
          <a:xfrm>
            <a:off x="6276000" y="31097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0C89F26D-8BAB-568E-187A-9FDC06B2AA32}"/>
              </a:ext>
            </a:extLst>
          </p:cNvPr>
          <p:cNvSpPr/>
          <p:nvPr/>
        </p:nvSpPr>
        <p:spPr>
          <a:xfrm>
            <a:off x="6456000" y="31088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A69A4E49-0959-C454-9F9B-63444E041E9C}"/>
              </a:ext>
            </a:extLst>
          </p:cNvPr>
          <p:cNvSpPr/>
          <p:nvPr/>
        </p:nvSpPr>
        <p:spPr>
          <a:xfrm>
            <a:off x="6096000" y="49088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5DA1AD8E-DAA6-99DE-A545-B27C55F6E607}"/>
              </a:ext>
            </a:extLst>
          </p:cNvPr>
          <p:cNvSpPr/>
          <p:nvPr/>
        </p:nvSpPr>
        <p:spPr>
          <a:xfrm>
            <a:off x="6097237" y="6707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C05B835C-B1FF-D54C-AC7B-9575D58FE3E9}"/>
              </a:ext>
            </a:extLst>
          </p:cNvPr>
          <p:cNvSpPr/>
          <p:nvPr/>
        </p:nvSpPr>
        <p:spPr>
          <a:xfrm>
            <a:off x="6276000" y="67088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82181C97-ABC6-6322-430B-CC26DDBFF508}"/>
              </a:ext>
            </a:extLst>
          </p:cNvPr>
          <p:cNvSpPr/>
          <p:nvPr/>
        </p:nvSpPr>
        <p:spPr>
          <a:xfrm>
            <a:off x="6456000" y="6707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1D1FBBF2-0489-5CD9-AD02-7C5819CB86AB}"/>
              </a:ext>
            </a:extLst>
          </p:cNvPr>
          <p:cNvSpPr/>
          <p:nvPr/>
        </p:nvSpPr>
        <p:spPr>
          <a:xfrm>
            <a:off x="6096000" y="8507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48F08E46-DA56-1D01-0E54-22C2A5DB474C}"/>
              </a:ext>
            </a:extLst>
          </p:cNvPr>
          <p:cNvSpPr/>
          <p:nvPr/>
        </p:nvSpPr>
        <p:spPr>
          <a:xfrm>
            <a:off x="6456000" y="8507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7BD954EF-1BC4-3826-2161-6DD22EABB207}"/>
              </a:ext>
            </a:extLst>
          </p:cNvPr>
          <p:cNvSpPr/>
          <p:nvPr/>
        </p:nvSpPr>
        <p:spPr>
          <a:xfrm>
            <a:off x="6096000" y="103061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E53B2A2C-7BCF-0B53-AA7B-A6CFC4DD9BCA}"/>
              </a:ext>
            </a:extLst>
          </p:cNvPr>
          <p:cNvSpPr/>
          <p:nvPr/>
        </p:nvSpPr>
        <p:spPr>
          <a:xfrm>
            <a:off x="6276000" y="103070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51D3B11D-DF0B-4BFB-4A0D-0AF8602F53D9}"/>
              </a:ext>
            </a:extLst>
          </p:cNvPr>
          <p:cNvSpPr/>
          <p:nvPr/>
        </p:nvSpPr>
        <p:spPr>
          <a:xfrm>
            <a:off x="6456000" y="103061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474AE242-468C-3E23-DFD8-1D1A343B1307}"/>
              </a:ext>
            </a:extLst>
          </p:cNvPr>
          <p:cNvSpPr/>
          <p:nvPr/>
        </p:nvSpPr>
        <p:spPr>
          <a:xfrm>
            <a:off x="6819438" y="3107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D6E35784-0695-916A-9D7C-E39B9AF89206}"/>
              </a:ext>
            </a:extLst>
          </p:cNvPr>
          <p:cNvSpPr/>
          <p:nvPr/>
        </p:nvSpPr>
        <p:spPr>
          <a:xfrm>
            <a:off x="6999438" y="31088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0DFB9374-FBE1-7299-A899-438F5B75916F}"/>
              </a:ext>
            </a:extLst>
          </p:cNvPr>
          <p:cNvSpPr/>
          <p:nvPr/>
        </p:nvSpPr>
        <p:spPr>
          <a:xfrm>
            <a:off x="7179438" y="3107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9" name="矩形 188">
            <a:extLst>
              <a:ext uri="{FF2B5EF4-FFF2-40B4-BE49-F238E27FC236}">
                <a16:creationId xmlns:a16="http://schemas.microsoft.com/office/drawing/2014/main" id="{3FDD9B1E-590B-A112-417E-23DF71A12A3C}"/>
              </a:ext>
            </a:extLst>
          </p:cNvPr>
          <p:cNvSpPr/>
          <p:nvPr/>
        </p:nvSpPr>
        <p:spPr>
          <a:xfrm>
            <a:off x="7179438" y="4907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2" name="矩形 191">
            <a:extLst>
              <a:ext uri="{FF2B5EF4-FFF2-40B4-BE49-F238E27FC236}">
                <a16:creationId xmlns:a16="http://schemas.microsoft.com/office/drawing/2014/main" id="{F1DCCBF9-6552-689B-B4E4-80BBF8A4E502}"/>
              </a:ext>
            </a:extLst>
          </p:cNvPr>
          <p:cNvSpPr/>
          <p:nvPr/>
        </p:nvSpPr>
        <p:spPr>
          <a:xfrm>
            <a:off x="7179438" y="67070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0E293331-BF1E-4A69-D0E5-F1F3DEE13CC4}"/>
              </a:ext>
            </a:extLst>
          </p:cNvPr>
          <p:cNvSpPr/>
          <p:nvPr/>
        </p:nvSpPr>
        <p:spPr>
          <a:xfrm>
            <a:off x="7179438" y="85070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8" name="矩形 197">
            <a:extLst>
              <a:ext uri="{FF2B5EF4-FFF2-40B4-BE49-F238E27FC236}">
                <a16:creationId xmlns:a16="http://schemas.microsoft.com/office/drawing/2014/main" id="{E5343F65-438E-68C6-4B3A-F22C9EAF78BF}"/>
              </a:ext>
            </a:extLst>
          </p:cNvPr>
          <p:cNvSpPr/>
          <p:nvPr/>
        </p:nvSpPr>
        <p:spPr>
          <a:xfrm>
            <a:off x="7179438" y="103052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24242378-8932-5EA2-DC5F-9AE9E00859FC}"/>
              </a:ext>
            </a:extLst>
          </p:cNvPr>
          <p:cNvSpPr/>
          <p:nvPr/>
        </p:nvSpPr>
        <p:spPr>
          <a:xfrm>
            <a:off x="7539438" y="3107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0" name="矩形 199">
            <a:extLst>
              <a:ext uri="{FF2B5EF4-FFF2-40B4-BE49-F238E27FC236}">
                <a16:creationId xmlns:a16="http://schemas.microsoft.com/office/drawing/2014/main" id="{D70C0AF4-9A0D-A275-226A-CCA3ED17EB7D}"/>
              </a:ext>
            </a:extLst>
          </p:cNvPr>
          <p:cNvSpPr/>
          <p:nvPr/>
        </p:nvSpPr>
        <p:spPr>
          <a:xfrm>
            <a:off x="7719438" y="31088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5174927F-4179-3CD5-10C1-12A7B22EE339}"/>
              </a:ext>
            </a:extLst>
          </p:cNvPr>
          <p:cNvSpPr/>
          <p:nvPr/>
        </p:nvSpPr>
        <p:spPr>
          <a:xfrm>
            <a:off x="7899438" y="3107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64E40B6D-E641-4C6D-A8AC-7C4CDBADED11}"/>
              </a:ext>
            </a:extLst>
          </p:cNvPr>
          <p:cNvSpPr/>
          <p:nvPr/>
        </p:nvSpPr>
        <p:spPr>
          <a:xfrm>
            <a:off x="7539438" y="4907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C3D7F49C-2B75-C790-5C0C-E938FC27D6F8}"/>
              </a:ext>
            </a:extLst>
          </p:cNvPr>
          <p:cNvSpPr/>
          <p:nvPr/>
        </p:nvSpPr>
        <p:spPr>
          <a:xfrm>
            <a:off x="7899438" y="4907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5" name="矩形 204">
            <a:extLst>
              <a:ext uri="{FF2B5EF4-FFF2-40B4-BE49-F238E27FC236}">
                <a16:creationId xmlns:a16="http://schemas.microsoft.com/office/drawing/2014/main" id="{21D874B0-0A75-A172-2E24-37B1BF4B7E23}"/>
              </a:ext>
            </a:extLst>
          </p:cNvPr>
          <p:cNvSpPr/>
          <p:nvPr/>
        </p:nvSpPr>
        <p:spPr>
          <a:xfrm>
            <a:off x="7539438" y="67070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6" name="矩形 205">
            <a:extLst>
              <a:ext uri="{FF2B5EF4-FFF2-40B4-BE49-F238E27FC236}">
                <a16:creationId xmlns:a16="http://schemas.microsoft.com/office/drawing/2014/main" id="{BD39AD9B-8C2A-212A-C766-018876E8B369}"/>
              </a:ext>
            </a:extLst>
          </p:cNvPr>
          <p:cNvSpPr/>
          <p:nvPr/>
        </p:nvSpPr>
        <p:spPr>
          <a:xfrm>
            <a:off x="7719438" y="6707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7" name="矩形 206">
            <a:extLst>
              <a:ext uri="{FF2B5EF4-FFF2-40B4-BE49-F238E27FC236}">
                <a16:creationId xmlns:a16="http://schemas.microsoft.com/office/drawing/2014/main" id="{A31A7F20-B647-8835-397A-D50913B28D0A}"/>
              </a:ext>
            </a:extLst>
          </p:cNvPr>
          <p:cNvSpPr/>
          <p:nvPr/>
        </p:nvSpPr>
        <p:spPr>
          <a:xfrm>
            <a:off x="7899438" y="67070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8" name="矩形 207">
            <a:extLst>
              <a:ext uri="{FF2B5EF4-FFF2-40B4-BE49-F238E27FC236}">
                <a16:creationId xmlns:a16="http://schemas.microsoft.com/office/drawing/2014/main" id="{A112CD04-0031-6D2F-D1E0-57561A88BF33}"/>
              </a:ext>
            </a:extLst>
          </p:cNvPr>
          <p:cNvSpPr/>
          <p:nvPr/>
        </p:nvSpPr>
        <p:spPr>
          <a:xfrm>
            <a:off x="7539438" y="85070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0" name="矩形 209">
            <a:extLst>
              <a:ext uri="{FF2B5EF4-FFF2-40B4-BE49-F238E27FC236}">
                <a16:creationId xmlns:a16="http://schemas.microsoft.com/office/drawing/2014/main" id="{21E07906-DA1B-3585-E8A4-8C1CA3DDBFBF}"/>
              </a:ext>
            </a:extLst>
          </p:cNvPr>
          <p:cNvSpPr/>
          <p:nvPr/>
        </p:nvSpPr>
        <p:spPr>
          <a:xfrm>
            <a:off x="7899438" y="85070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1" name="矩形 210">
            <a:extLst>
              <a:ext uri="{FF2B5EF4-FFF2-40B4-BE49-F238E27FC236}">
                <a16:creationId xmlns:a16="http://schemas.microsoft.com/office/drawing/2014/main" id="{8DBD3B53-A321-6EEE-FC8F-D16756364552}"/>
              </a:ext>
            </a:extLst>
          </p:cNvPr>
          <p:cNvSpPr/>
          <p:nvPr/>
        </p:nvSpPr>
        <p:spPr>
          <a:xfrm>
            <a:off x="7539438" y="103052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2" name="矩形 211">
            <a:extLst>
              <a:ext uri="{FF2B5EF4-FFF2-40B4-BE49-F238E27FC236}">
                <a16:creationId xmlns:a16="http://schemas.microsoft.com/office/drawing/2014/main" id="{5767CAF9-E717-E643-A44E-4CC402A85B72}"/>
              </a:ext>
            </a:extLst>
          </p:cNvPr>
          <p:cNvSpPr/>
          <p:nvPr/>
        </p:nvSpPr>
        <p:spPr>
          <a:xfrm>
            <a:off x="7719438" y="103061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3" name="矩形 212">
            <a:extLst>
              <a:ext uri="{FF2B5EF4-FFF2-40B4-BE49-F238E27FC236}">
                <a16:creationId xmlns:a16="http://schemas.microsoft.com/office/drawing/2014/main" id="{359EF9F0-A9EB-7DA8-605D-BED027B02F7B}"/>
              </a:ext>
            </a:extLst>
          </p:cNvPr>
          <p:cNvSpPr/>
          <p:nvPr/>
        </p:nvSpPr>
        <p:spPr>
          <a:xfrm>
            <a:off x="7899438" y="103052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4" name="矩形 213">
            <a:extLst>
              <a:ext uri="{FF2B5EF4-FFF2-40B4-BE49-F238E27FC236}">
                <a16:creationId xmlns:a16="http://schemas.microsoft.com/office/drawing/2014/main" id="{FC261B78-E446-8802-0FEC-18072D284F87}"/>
              </a:ext>
            </a:extLst>
          </p:cNvPr>
          <p:cNvSpPr/>
          <p:nvPr/>
        </p:nvSpPr>
        <p:spPr>
          <a:xfrm>
            <a:off x="8259438" y="31088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5" name="矩形 214">
            <a:extLst>
              <a:ext uri="{FF2B5EF4-FFF2-40B4-BE49-F238E27FC236}">
                <a16:creationId xmlns:a16="http://schemas.microsoft.com/office/drawing/2014/main" id="{50A80C83-3C50-ADE9-795B-6FC7FAAB2062}"/>
              </a:ext>
            </a:extLst>
          </p:cNvPr>
          <p:cNvSpPr/>
          <p:nvPr/>
        </p:nvSpPr>
        <p:spPr>
          <a:xfrm>
            <a:off x="8439438" y="31097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6" name="矩形 215">
            <a:extLst>
              <a:ext uri="{FF2B5EF4-FFF2-40B4-BE49-F238E27FC236}">
                <a16:creationId xmlns:a16="http://schemas.microsoft.com/office/drawing/2014/main" id="{2E5DE326-102D-2D88-9DBD-32FEF90B3603}"/>
              </a:ext>
            </a:extLst>
          </p:cNvPr>
          <p:cNvSpPr/>
          <p:nvPr/>
        </p:nvSpPr>
        <p:spPr>
          <a:xfrm>
            <a:off x="8619438" y="31088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7" name="矩形 216">
            <a:extLst>
              <a:ext uri="{FF2B5EF4-FFF2-40B4-BE49-F238E27FC236}">
                <a16:creationId xmlns:a16="http://schemas.microsoft.com/office/drawing/2014/main" id="{E9B095EC-947A-91B2-2E67-E4A365B02B88}"/>
              </a:ext>
            </a:extLst>
          </p:cNvPr>
          <p:cNvSpPr/>
          <p:nvPr/>
        </p:nvSpPr>
        <p:spPr>
          <a:xfrm>
            <a:off x="8259438" y="49088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9" name="矩形 218">
            <a:extLst>
              <a:ext uri="{FF2B5EF4-FFF2-40B4-BE49-F238E27FC236}">
                <a16:creationId xmlns:a16="http://schemas.microsoft.com/office/drawing/2014/main" id="{A4BBDB72-3195-7F97-7A76-80F44AEA8EF7}"/>
              </a:ext>
            </a:extLst>
          </p:cNvPr>
          <p:cNvSpPr/>
          <p:nvPr/>
        </p:nvSpPr>
        <p:spPr>
          <a:xfrm>
            <a:off x="8619438" y="49088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0" name="矩形 219">
            <a:extLst>
              <a:ext uri="{FF2B5EF4-FFF2-40B4-BE49-F238E27FC236}">
                <a16:creationId xmlns:a16="http://schemas.microsoft.com/office/drawing/2014/main" id="{4304563F-02D0-E3DD-9358-074997E1A10B}"/>
              </a:ext>
            </a:extLst>
          </p:cNvPr>
          <p:cNvSpPr/>
          <p:nvPr/>
        </p:nvSpPr>
        <p:spPr>
          <a:xfrm>
            <a:off x="8259438" y="6707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1" name="矩形 220">
            <a:extLst>
              <a:ext uri="{FF2B5EF4-FFF2-40B4-BE49-F238E27FC236}">
                <a16:creationId xmlns:a16="http://schemas.microsoft.com/office/drawing/2014/main" id="{9623D7A0-FD94-86F2-4AC8-5A73B58FCB9C}"/>
              </a:ext>
            </a:extLst>
          </p:cNvPr>
          <p:cNvSpPr/>
          <p:nvPr/>
        </p:nvSpPr>
        <p:spPr>
          <a:xfrm>
            <a:off x="8439438" y="67088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2" name="矩形 221">
            <a:extLst>
              <a:ext uri="{FF2B5EF4-FFF2-40B4-BE49-F238E27FC236}">
                <a16:creationId xmlns:a16="http://schemas.microsoft.com/office/drawing/2014/main" id="{AA98CCDD-A710-15C6-1F8A-F3387D48023E}"/>
              </a:ext>
            </a:extLst>
          </p:cNvPr>
          <p:cNvSpPr/>
          <p:nvPr/>
        </p:nvSpPr>
        <p:spPr>
          <a:xfrm>
            <a:off x="8619438" y="6707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5" name="矩形 224">
            <a:extLst>
              <a:ext uri="{FF2B5EF4-FFF2-40B4-BE49-F238E27FC236}">
                <a16:creationId xmlns:a16="http://schemas.microsoft.com/office/drawing/2014/main" id="{8C86A5BE-F42D-3C09-0B1D-E2751679BD75}"/>
              </a:ext>
            </a:extLst>
          </p:cNvPr>
          <p:cNvSpPr/>
          <p:nvPr/>
        </p:nvSpPr>
        <p:spPr>
          <a:xfrm>
            <a:off x="8619438" y="8507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8" name="矩形 227">
            <a:extLst>
              <a:ext uri="{FF2B5EF4-FFF2-40B4-BE49-F238E27FC236}">
                <a16:creationId xmlns:a16="http://schemas.microsoft.com/office/drawing/2014/main" id="{DF9E4BDC-4DA6-3359-28A0-173710158EAE}"/>
              </a:ext>
            </a:extLst>
          </p:cNvPr>
          <p:cNvSpPr/>
          <p:nvPr/>
        </p:nvSpPr>
        <p:spPr>
          <a:xfrm>
            <a:off x="8619438" y="103061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8A82E39-0B92-B337-5730-D8F529790171}"/>
              </a:ext>
            </a:extLst>
          </p:cNvPr>
          <p:cNvSpPr/>
          <p:nvPr/>
        </p:nvSpPr>
        <p:spPr>
          <a:xfrm>
            <a:off x="8272130" y="103034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35E7018-3CC2-F5E5-CA04-D7E3060F3C94}"/>
              </a:ext>
            </a:extLst>
          </p:cNvPr>
          <p:cNvSpPr/>
          <p:nvPr/>
        </p:nvSpPr>
        <p:spPr>
          <a:xfrm>
            <a:off x="8452130" y="103043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92A0BCA5-2427-8173-BF5D-B51E62496348}"/>
              </a:ext>
            </a:extLst>
          </p:cNvPr>
          <p:cNvSpPr/>
          <p:nvPr/>
        </p:nvSpPr>
        <p:spPr>
          <a:xfrm>
            <a:off x="877237" y="1750480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53E535E6-9545-B78D-C77B-02F329FC2BCB}"/>
              </a:ext>
            </a:extLst>
          </p:cNvPr>
          <p:cNvSpPr/>
          <p:nvPr/>
        </p:nvSpPr>
        <p:spPr>
          <a:xfrm>
            <a:off x="1057237" y="193048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A4FE6824-B876-246A-BC8C-20675D0FDD64}"/>
              </a:ext>
            </a:extLst>
          </p:cNvPr>
          <p:cNvSpPr/>
          <p:nvPr/>
        </p:nvSpPr>
        <p:spPr>
          <a:xfrm>
            <a:off x="1237237" y="193057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2B5C1468-FA7B-1E36-385B-37231AB92CDD}"/>
              </a:ext>
            </a:extLst>
          </p:cNvPr>
          <p:cNvSpPr/>
          <p:nvPr/>
        </p:nvSpPr>
        <p:spPr>
          <a:xfrm>
            <a:off x="1417237" y="193048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873DB047-1F07-CD6B-5D54-08EFC57C5552}"/>
              </a:ext>
            </a:extLst>
          </p:cNvPr>
          <p:cNvSpPr/>
          <p:nvPr/>
        </p:nvSpPr>
        <p:spPr>
          <a:xfrm>
            <a:off x="1057237" y="211048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44C262EF-DD65-B47D-92A2-EEA5758D2C4B}"/>
              </a:ext>
            </a:extLst>
          </p:cNvPr>
          <p:cNvSpPr/>
          <p:nvPr/>
        </p:nvSpPr>
        <p:spPr>
          <a:xfrm>
            <a:off x="1417237" y="211048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40A0FFC2-BF5F-38B4-3C6E-097448D9F86C}"/>
              </a:ext>
            </a:extLst>
          </p:cNvPr>
          <p:cNvSpPr/>
          <p:nvPr/>
        </p:nvSpPr>
        <p:spPr>
          <a:xfrm>
            <a:off x="1057237" y="229039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333EF275-EA2C-5A1C-7AE2-C8DEE903A1E6}"/>
              </a:ext>
            </a:extLst>
          </p:cNvPr>
          <p:cNvSpPr/>
          <p:nvPr/>
        </p:nvSpPr>
        <p:spPr>
          <a:xfrm>
            <a:off x="1417237" y="229039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DB8740BC-3581-F6FE-9FCB-3F97661DBAF4}"/>
              </a:ext>
            </a:extLst>
          </p:cNvPr>
          <p:cNvSpPr/>
          <p:nvPr/>
        </p:nvSpPr>
        <p:spPr>
          <a:xfrm>
            <a:off x="1057237" y="247039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689A6AD0-8F1F-B3AC-0FBF-75CEE8D9F18E}"/>
              </a:ext>
            </a:extLst>
          </p:cNvPr>
          <p:cNvSpPr/>
          <p:nvPr/>
        </p:nvSpPr>
        <p:spPr>
          <a:xfrm>
            <a:off x="1417237" y="247039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8C6CBE13-2D79-B75F-6F03-CE210F711778}"/>
              </a:ext>
            </a:extLst>
          </p:cNvPr>
          <p:cNvSpPr/>
          <p:nvPr/>
        </p:nvSpPr>
        <p:spPr>
          <a:xfrm>
            <a:off x="1237237" y="265030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BB5DD21B-D3A1-B79F-CDB2-0D0670ACA594}"/>
              </a:ext>
            </a:extLst>
          </p:cNvPr>
          <p:cNvSpPr/>
          <p:nvPr/>
        </p:nvSpPr>
        <p:spPr>
          <a:xfrm>
            <a:off x="1597237" y="1750435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73EE1EBD-778C-6E3F-05D8-299098BCAA57}"/>
              </a:ext>
            </a:extLst>
          </p:cNvPr>
          <p:cNvSpPr/>
          <p:nvPr/>
        </p:nvSpPr>
        <p:spPr>
          <a:xfrm>
            <a:off x="1957237" y="193052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ED42E947-2213-5517-5379-F2F37769E289}"/>
              </a:ext>
            </a:extLst>
          </p:cNvPr>
          <p:cNvSpPr/>
          <p:nvPr/>
        </p:nvSpPr>
        <p:spPr>
          <a:xfrm>
            <a:off x="2137237" y="193043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5160DB46-911A-59B2-3434-FF670DC14C27}"/>
              </a:ext>
            </a:extLst>
          </p:cNvPr>
          <p:cNvSpPr/>
          <p:nvPr/>
        </p:nvSpPr>
        <p:spPr>
          <a:xfrm>
            <a:off x="1777237" y="211043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E15C787-E675-CDA6-E26B-B86FB2E3E066}"/>
              </a:ext>
            </a:extLst>
          </p:cNvPr>
          <p:cNvSpPr/>
          <p:nvPr/>
        </p:nvSpPr>
        <p:spPr>
          <a:xfrm>
            <a:off x="2137237" y="211043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AB6E6A93-F9C9-B71D-DF5D-4F56E3B0484D}"/>
              </a:ext>
            </a:extLst>
          </p:cNvPr>
          <p:cNvSpPr/>
          <p:nvPr/>
        </p:nvSpPr>
        <p:spPr>
          <a:xfrm>
            <a:off x="1777237" y="229034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24636806-9C8D-EDFD-2F17-95B299BE09D2}"/>
              </a:ext>
            </a:extLst>
          </p:cNvPr>
          <p:cNvSpPr/>
          <p:nvPr/>
        </p:nvSpPr>
        <p:spPr>
          <a:xfrm>
            <a:off x="2137237" y="229034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94FC6AA1-DB4F-58E3-8CF4-6586E141CDE5}"/>
              </a:ext>
            </a:extLst>
          </p:cNvPr>
          <p:cNvSpPr/>
          <p:nvPr/>
        </p:nvSpPr>
        <p:spPr>
          <a:xfrm>
            <a:off x="1777237" y="247034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82C0F164-1875-779C-6E17-6B1F8F020D9C}"/>
              </a:ext>
            </a:extLst>
          </p:cNvPr>
          <p:cNvSpPr/>
          <p:nvPr/>
        </p:nvSpPr>
        <p:spPr>
          <a:xfrm>
            <a:off x="2137237" y="247034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C61BC396-8154-2DC7-1A00-15E18FB04300}"/>
              </a:ext>
            </a:extLst>
          </p:cNvPr>
          <p:cNvSpPr/>
          <p:nvPr/>
        </p:nvSpPr>
        <p:spPr>
          <a:xfrm>
            <a:off x="1957237" y="265025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2D81C144-A869-8D1A-7422-CFDBA4F9E70C}"/>
              </a:ext>
            </a:extLst>
          </p:cNvPr>
          <p:cNvSpPr/>
          <p:nvPr/>
        </p:nvSpPr>
        <p:spPr>
          <a:xfrm>
            <a:off x="2137237" y="265016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7636232B-5577-855D-EB5A-63967A0BBD8E}"/>
              </a:ext>
            </a:extLst>
          </p:cNvPr>
          <p:cNvSpPr/>
          <p:nvPr/>
        </p:nvSpPr>
        <p:spPr>
          <a:xfrm>
            <a:off x="2317237" y="1750435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48341DC5-B0AB-A648-B1DD-85F2B7A0A7E7}"/>
              </a:ext>
            </a:extLst>
          </p:cNvPr>
          <p:cNvSpPr/>
          <p:nvPr/>
        </p:nvSpPr>
        <p:spPr>
          <a:xfrm>
            <a:off x="2497237" y="193043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D31402E3-43F9-837A-2519-5943B26B70A1}"/>
              </a:ext>
            </a:extLst>
          </p:cNvPr>
          <p:cNvSpPr/>
          <p:nvPr/>
        </p:nvSpPr>
        <p:spPr>
          <a:xfrm>
            <a:off x="2677237" y="193052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B087A917-BD5F-120E-0E65-EDD7855EA76D}"/>
              </a:ext>
            </a:extLst>
          </p:cNvPr>
          <p:cNvSpPr/>
          <p:nvPr/>
        </p:nvSpPr>
        <p:spPr>
          <a:xfrm>
            <a:off x="2497237" y="211043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239B245B-1EDB-5331-75D2-3145550DA01A}"/>
              </a:ext>
            </a:extLst>
          </p:cNvPr>
          <p:cNvSpPr/>
          <p:nvPr/>
        </p:nvSpPr>
        <p:spPr>
          <a:xfrm>
            <a:off x="2857237" y="211043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90BDCE45-4AFA-2A28-1809-59846CE6F8B0}"/>
              </a:ext>
            </a:extLst>
          </p:cNvPr>
          <p:cNvSpPr/>
          <p:nvPr/>
        </p:nvSpPr>
        <p:spPr>
          <a:xfrm>
            <a:off x="2497237" y="229034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F41AB9F9-B287-F874-96DE-1598A0535183}"/>
              </a:ext>
            </a:extLst>
          </p:cNvPr>
          <p:cNvSpPr/>
          <p:nvPr/>
        </p:nvSpPr>
        <p:spPr>
          <a:xfrm>
            <a:off x="2857237" y="229034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E28ED441-A4C9-4348-6534-333A27E9A422}"/>
              </a:ext>
            </a:extLst>
          </p:cNvPr>
          <p:cNvSpPr/>
          <p:nvPr/>
        </p:nvSpPr>
        <p:spPr>
          <a:xfrm>
            <a:off x="2497237" y="247034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460177FD-16F2-15A0-DD94-36A917197F6C}"/>
              </a:ext>
            </a:extLst>
          </p:cNvPr>
          <p:cNvSpPr/>
          <p:nvPr/>
        </p:nvSpPr>
        <p:spPr>
          <a:xfrm>
            <a:off x="2857237" y="247034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766AC964-9E11-D5E5-1D0E-622E4E81607C}"/>
              </a:ext>
            </a:extLst>
          </p:cNvPr>
          <p:cNvSpPr/>
          <p:nvPr/>
        </p:nvSpPr>
        <p:spPr>
          <a:xfrm>
            <a:off x="2497237" y="265016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id="{3687A5E8-0BDD-2A30-4AAD-399CBBBDE59B}"/>
              </a:ext>
            </a:extLst>
          </p:cNvPr>
          <p:cNvSpPr/>
          <p:nvPr/>
        </p:nvSpPr>
        <p:spPr>
          <a:xfrm>
            <a:off x="2677237" y="265025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0042463A-5150-3D54-A01B-DCD41290B95D}"/>
              </a:ext>
            </a:extLst>
          </p:cNvPr>
          <p:cNvSpPr/>
          <p:nvPr/>
        </p:nvSpPr>
        <p:spPr>
          <a:xfrm>
            <a:off x="151394" y="1750480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45C67293-4472-B1C9-E676-E27E0A3D77F4}"/>
              </a:ext>
            </a:extLst>
          </p:cNvPr>
          <p:cNvSpPr/>
          <p:nvPr/>
        </p:nvSpPr>
        <p:spPr>
          <a:xfrm>
            <a:off x="511394" y="193057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2B95118F-AE9A-E9D7-AA9F-7D89C26C0C7F}"/>
              </a:ext>
            </a:extLst>
          </p:cNvPr>
          <p:cNvSpPr/>
          <p:nvPr/>
        </p:nvSpPr>
        <p:spPr>
          <a:xfrm>
            <a:off x="331394" y="211048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C53808DA-6E3B-12F8-4C11-E272DEE22493}"/>
              </a:ext>
            </a:extLst>
          </p:cNvPr>
          <p:cNvSpPr/>
          <p:nvPr/>
        </p:nvSpPr>
        <p:spPr>
          <a:xfrm>
            <a:off x="691394" y="211048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0" name="矩形 189">
            <a:extLst>
              <a:ext uri="{FF2B5EF4-FFF2-40B4-BE49-F238E27FC236}">
                <a16:creationId xmlns:a16="http://schemas.microsoft.com/office/drawing/2014/main" id="{78D3CD60-6BCE-6C14-8987-607821AD6C5D}"/>
              </a:ext>
            </a:extLst>
          </p:cNvPr>
          <p:cNvSpPr/>
          <p:nvPr/>
        </p:nvSpPr>
        <p:spPr>
          <a:xfrm>
            <a:off x="331394" y="229039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02717809-C398-216F-A642-257B61215D16}"/>
              </a:ext>
            </a:extLst>
          </p:cNvPr>
          <p:cNvSpPr/>
          <p:nvPr/>
        </p:nvSpPr>
        <p:spPr>
          <a:xfrm>
            <a:off x="691394" y="229039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3" name="矩形 192">
            <a:extLst>
              <a:ext uri="{FF2B5EF4-FFF2-40B4-BE49-F238E27FC236}">
                <a16:creationId xmlns:a16="http://schemas.microsoft.com/office/drawing/2014/main" id="{AFB489C4-FCEF-B827-9722-6DB1D37FBD79}"/>
              </a:ext>
            </a:extLst>
          </p:cNvPr>
          <p:cNvSpPr/>
          <p:nvPr/>
        </p:nvSpPr>
        <p:spPr>
          <a:xfrm>
            <a:off x="331394" y="247039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4" name="矩形 193">
            <a:extLst>
              <a:ext uri="{FF2B5EF4-FFF2-40B4-BE49-F238E27FC236}">
                <a16:creationId xmlns:a16="http://schemas.microsoft.com/office/drawing/2014/main" id="{5508AAAC-A8E0-1D76-FD78-9ED5A35ED0E6}"/>
              </a:ext>
            </a:extLst>
          </p:cNvPr>
          <p:cNvSpPr/>
          <p:nvPr/>
        </p:nvSpPr>
        <p:spPr>
          <a:xfrm>
            <a:off x="691394" y="247039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6" name="矩形 195">
            <a:extLst>
              <a:ext uri="{FF2B5EF4-FFF2-40B4-BE49-F238E27FC236}">
                <a16:creationId xmlns:a16="http://schemas.microsoft.com/office/drawing/2014/main" id="{8AB15D00-A07F-F69B-256F-31C89FE7828D}"/>
              </a:ext>
            </a:extLst>
          </p:cNvPr>
          <p:cNvSpPr/>
          <p:nvPr/>
        </p:nvSpPr>
        <p:spPr>
          <a:xfrm>
            <a:off x="331394" y="265021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7" name="矩形 196">
            <a:extLst>
              <a:ext uri="{FF2B5EF4-FFF2-40B4-BE49-F238E27FC236}">
                <a16:creationId xmlns:a16="http://schemas.microsoft.com/office/drawing/2014/main" id="{EA410647-896E-D413-8845-C71058B73F52}"/>
              </a:ext>
            </a:extLst>
          </p:cNvPr>
          <p:cNvSpPr/>
          <p:nvPr/>
        </p:nvSpPr>
        <p:spPr>
          <a:xfrm>
            <a:off x="511394" y="265030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33026AA1-EDEB-5B6B-6A55-764843536B18}"/>
              </a:ext>
            </a:extLst>
          </p:cNvPr>
          <p:cNvSpPr/>
          <p:nvPr/>
        </p:nvSpPr>
        <p:spPr>
          <a:xfrm>
            <a:off x="691394" y="265021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11340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C07F29-993F-03E1-6DC2-0AE8004E7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7C5ECE2-2326-6360-CE94-BFFE55DC92C5}"/>
              </a:ext>
            </a:extLst>
          </p:cNvPr>
          <p:cNvSpPr/>
          <p:nvPr/>
        </p:nvSpPr>
        <p:spPr>
          <a:xfrm>
            <a:off x="942701" y="851854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8255DE8-16F9-7294-BC74-D37C4321DF0C}"/>
              </a:ext>
            </a:extLst>
          </p:cNvPr>
          <p:cNvSpPr/>
          <p:nvPr/>
        </p:nvSpPr>
        <p:spPr>
          <a:xfrm>
            <a:off x="1125173" y="103203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E5FF6A6-883A-E667-A72D-B9EB567FD4FB}"/>
              </a:ext>
            </a:extLst>
          </p:cNvPr>
          <p:cNvSpPr/>
          <p:nvPr/>
        </p:nvSpPr>
        <p:spPr>
          <a:xfrm>
            <a:off x="1485173" y="103203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F594225-96E4-D15D-6066-D05C08F8CD45}"/>
              </a:ext>
            </a:extLst>
          </p:cNvPr>
          <p:cNvSpPr/>
          <p:nvPr/>
        </p:nvSpPr>
        <p:spPr>
          <a:xfrm>
            <a:off x="1125173" y="121203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53818EB-2CDD-8684-887B-2174C17E8EB7}"/>
              </a:ext>
            </a:extLst>
          </p:cNvPr>
          <p:cNvSpPr/>
          <p:nvPr/>
        </p:nvSpPr>
        <p:spPr>
          <a:xfrm>
            <a:off x="1485173" y="121203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F2B394B-0169-1893-0E1F-0497CA657591}"/>
              </a:ext>
            </a:extLst>
          </p:cNvPr>
          <p:cNvSpPr/>
          <p:nvPr/>
        </p:nvSpPr>
        <p:spPr>
          <a:xfrm>
            <a:off x="1125173" y="139194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DBFA48B-3A7F-0403-3C4D-AA7DD1DB579C}"/>
              </a:ext>
            </a:extLst>
          </p:cNvPr>
          <p:cNvSpPr/>
          <p:nvPr/>
        </p:nvSpPr>
        <p:spPr>
          <a:xfrm>
            <a:off x="1305173" y="139203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3A69D98-FBF0-68EA-8FE1-E619A98EAF3E}"/>
              </a:ext>
            </a:extLst>
          </p:cNvPr>
          <p:cNvSpPr/>
          <p:nvPr/>
        </p:nvSpPr>
        <p:spPr>
          <a:xfrm>
            <a:off x="1125173" y="157194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2E68F7E-ACDB-243A-6BD0-C350F5EBD82F}"/>
              </a:ext>
            </a:extLst>
          </p:cNvPr>
          <p:cNvSpPr/>
          <p:nvPr/>
        </p:nvSpPr>
        <p:spPr>
          <a:xfrm>
            <a:off x="1485173" y="157194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912AA40-CDE5-8203-298E-8F92B236805B}"/>
              </a:ext>
            </a:extLst>
          </p:cNvPr>
          <p:cNvSpPr/>
          <p:nvPr/>
        </p:nvSpPr>
        <p:spPr>
          <a:xfrm>
            <a:off x="1125173" y="175176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D091C8D-50C2-D7A5-62C0-A52B621F6E19}"/>
              </a:ext>
            </a:extLst>
          </p:cNvPr>
          <p:cNvSpPr/>
          <p:nvPr/>
        </p:nvSpPr>
        <p:spPr>
          <a:xfrm>
            <a:off x="1485173" y="175176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154AF45-6D26-BB46-793A-9AE0939F0186}"/>
              </a:ext>
            </a:extLst>
          </p:cNvPr>
          <p:cNvSpPr/>
          <p:nvPr/>
        </p:nvSpPr>
        <p:spPr>
          <a:xfrm>
            <a:off x="1665173" y="851764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840C22A-5615-6872-2830-F134825EE111}"/>
              </a:ext>
            </a:extLst>
          </p:cNvPr>
          <p:cNvSpPr/>
          <p:nvPr/>
        </p:nvSpPr>
        <p:spPr>
          <a:xfrm>
            <a:off x="1845173" y="103194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E2A601D-1860-F839-3F05-48F5838AC0FD}"/>
              </a:ext>
            </a:extLst>
          </p:cNvPr>
          <p:cNvSpPr/>
          <p:nvPr/>
        </p:nvSpPr>
        <p:spPr>
          <a:xfrm>
            <a:off x="2025173" y="103203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531BAEB-4B1B-ADB1-53EE-831A7FD7F69A}"/>
              </a:ext>
            </a:extLst>
          </p:cNvPr>
          <p:cNvSpPr/>
          <p:nvPr/>
        </p:nvSpPr>
        <p:spPr>
          <a:xfrm>
            <a:off x="2205173" y="103194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D173286-59F9-AA43-C02D-06B2F95038F2}"/>
              </a:ext>
            </a:extLst>
          </p:cNvPr>
          <p:cNvSpPr/>
          <p:nvPr/>
        </p:nvSpPr>
        <p:spPr>
          <a:xfrm>
            <a:off x="1845173" y="121194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2BF3EA0-025C-A062-4720-F412CFA675D0}"/>
              </a:ext>
            </a:extLst>
          </p:cNvPr>
          <p:cNvSpPr/>
          <p:nvPr/>
        </p:nvSpPr>
        <p:spPr>
          <a:xfrm>
            <a:off x="1845173" y="139185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7F7F15E-34AB-30AA-F6F9-521668696E57}"/>
              </a:ext>
            </a:extLst>
          </p:cNvPr>
          <p:cNvSpPr/>
          <p:nvPr/>
        </p:nvSpPr>
        <p:spPr>
          <a:xfrm>
            <a:off x="2025173" y="139194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C42C29C-363B-429D-E75D-031428004658}"/>
              </a:ext>
            </a:extLst>
          </p:cNvPr>
          <p:cNvSpPr/>
          <p:nvPr/>
        </p:nvSpPr>
        <p:spPr>
          <a:xfrm>
            <a:off x="2205173" y="139185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D604F65-8059-E711-731A-3AA116E39390}"/>
              </a:ext>
            </a:extLst>
          </p:cNvPr>
          <p:cNvSpPr/>
          <p:nvPr/>
        </p:nvSpPr>
        <p:spPr>
          <a:xfrm>
            <a:off x="1845173" y="157185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9C03780-2EAE-CF9F-E1FB-345EF37E58C5}"/>
              </a:ext>
            </a:extLst>
          </p:cNvPr>
          <p:cNvSpPr/>
          <p:nvPr/>
        </p:nvSpPr>
        <p:spPr>
          <a:xfrm>
            <a:off x="1845173" y="175167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472E029-4FC7-A5FC-8DD1-79D43940C7DE}"/>
              </a:ext>
            </a:extLst>
          </p:cNvPr>
          <p:cNvSpPr/>
          <p:nvPr/>
        </p:nvSpPr>
        <p:spPr>
          <a:xfrm>
            <a:off x="2025173" y="175176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2407B5-F054-ACBB-6D62-9F06B2E50A79}"/>
              </a:ext>
            </a:extLst>
          </p:cNvPr>
          <p:cNvSpPr/>
          <p:nvPr/>
        </p:nvSpPr>
        <p:spPr>
          <a:xfrm>
            <a:off x="2205173" y="175167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B334BB9-87E9-7B0A-8A5D-5C05F23C3615}"/>
              </a:ext>
            </a:extLst>
          </p:cNvPr>
          <p:cNvSpPr/>
          <p:nvPr/>
        </p:nvSpPr>
        <p:spPr>
          <a:xfrm>
            <a:off x="2393166" y="851674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1AC9E59-28CD-0DB5-8B9E-CEADB1165FB5}"/>
              </a:ext>
            </a:extLst>
          </p:cNvPr>
          <p:cNvSpPr/>
          <p:nvPr/>
        </p:nvSpPr>
        <p:spPr>
          <a:xfrm>
            <a:off x="2573166" y="103248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A47ED7F-AD4E-BA84-A6D9-FB3FDEC814A9}"/>
              </a:ext>
            </a:extLst>
          </p:cNvPr>
          <p:cNvSpPr/>
          <p:nvPr/>
        </p:nvSpPr>
        <p:spPr>
          <a:xfrm>
            <a:off x="2933166" y="103248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222810C-4C41-008D-E576-7693D24D5E2C}"/>
              </a:ext>
            </a:extLst>
          </p:cNvPr>
          <p:cNvSpPr/>
          <p:nvPr/>
        </p:nvSpPr>
        <p:spPr>
          <a:xfrm>
            <a:off x="2573166" y="121248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69BC37B-D908-47F1-2E5D-A508E198A447}"/>
              </a:ext>
            </a:extLst>
          </p:cNvPr>
          <p:cNvSpPr/>
          <p:nvPr/>
        </p:nvSpPr>
        <p:spPr>
          <a:xfrm>
            <a:off x="2933166" y="121248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CBD5ADD-2121-C654-E34F-694FD57D168F}"/>
              </a:ext>
            </a:extLst>
          </p:cNvPr>
          <p:cNvSpPr/>
          <p:nvPr/>
        </p:nvSpPr>
        <p:spPr>
          <a:xfrm>
            <a:off x="2753166" y="139248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94713EB-1C53-2FBF-041F-D02729ACEC08}"/>
              </a:ext>
            </a:extLst>
          </p:cNvPr>
          <p:cNvSpPr/>
          <p:nvPr/>
        </p:nvSpPr>
        <p:spPr>
          <a:xfrm>
            <a:off x="2753166" y="157248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40724CA-A822-0020-2533-2DCAAA5D7426}"/>
              </a:ext>
            </a:extLst>
          </p:cNvPr>
          <p:cNvSpPr/>
          <p:nvPr/>
        </p:nvSpPr>
        <p:spPr>
          <a:xfrm>
            <a:off x="2753166" y="175230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E5B9712-59AD-03BA-B664-85ECA7EA40F7}"/>
              </a:ext>
            </a:extLst>
          </p:cNvPr>
          <p:cNvSpPr/>
          <p:nvPr/>
        </p:nvSpPr>
        <p:spPr>
          <a:xfrm>
            <a:off x="3113166" y="851674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9C14E4A-8BA0-B749-2A0B-DA066D29DE51}"/>
              </a:ext>
            </a:extLst>
          </p:cNvPr>
          <p:cNvSpPr/>
          <p:nvPr/>
        </p:nvSpPr>
        <p:spPr>
          <a:xfrm>
            <a:off x="3472238" y="103771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8FC0A1A-60B4-136B-CF9F-B381F1713B70}"/>
              </a:ext>
            </a:extLst>
          </p:cNvPr>
          <p:cNvSpPr/>
          <p:nvPr/>
        </p:nvSpPr>
        <p:spPr>
          <a:xfrm>
            <a:off x="3652238" y="103762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98B22AD-E861-38A7-83A7-8DE53ECF91CA}"/>
              </a:ext>
            </a:extLst>
          </p:cNvPr>
          <p:cNvSpPr/>
          <p:nvPr/>
        </p:nvSpPr>
        <p:spPr>
          <a:xfrm>
            <a:off x="3292238" y="121762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496E285-78AF-6249-A358-7A8848640AB9}"/>
              </a:ext>
            </a:extLst>
          </p:cNvPr>
          <p:cNvSpPr/>
          <p:nvPr/>
        </p:nvSpPr>
        <p:spPr>
          <a:xfrm>
            <a:off x="3292238" y="139753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BE3A8E2-6F3F-5D1D-0907-DE1D51CDFFF8}"/>
              </a:ext>
            </a:extLst>
          </p:cNvPr>
          <p:cNvSpPr/>
          <p:nvPr/>
        </p:nvSpPr>
        <p:spPr>
          <a:xfrm>
            <a:off x="3472238" y="139762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8F310AE-A1B6-75CE-19A8-DD1D43F837DD}"/>
              </a:ext>
            </a:extLst>
          </p:cNvPr>
          <p:cNvSpPr/>
          <p:nvPr/>
        </p:nvSpPr>
        <p:spPr>
          <a:xfrm>
            <a:off x="3652238" y="139753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24BFC82-FD6F-EDEF-BA37-2D8A9032C968}"/>
              </a:ext>
            </a:extLst>
          </p:cNvPr>
          <p:cNvSpPr/>
          <p:nvPr/>
        </p:nvSpPr>
        <p:spPr>
          <a:xfrm>
            <a:off x="3652238" y="157753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CF30B4D-60B6-6E7C-D5BA-D59A131E5E4B}"/>
              </a:ext>
            </a:extLst>
          </p:cNvPr>
          <p:cNvSpPr/>
          <p:nvPr/>
        </p:nvSpPr>
        <p:spPr>
          <a:xfrm>
            <a:off x="3292238" y="175735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A90F320-41AF-1D14-BA9A-97F2DB7F661D}"/>
              </a:ext>
            </a:extLst>
          </p:cNvPr>
          <p:cNvSpPr/>
          <p:nvPr/>
        </p:nvSpPr>
        <p:spPr>
          <a:xfrm>
            <a:off x="3472238" y="175744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7056248-5C23-77D2-E68F-8B7F07A2F373}"/>
              </a:ext>
            </a:extLst>
          </p:cNvPr>
          <p:cNvSpPr/>
          <p:nvPr/>
        </p:nvSpPr>
        <p:spPr>
          <a:xfrm>
            <a:off x="3652238" y="175735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12A0D6D-0F76-6936-4D37-CB9287574D86}"/>
              </a:ext>
            </a:extLst>
          </p:cNvPr>
          <p:cNvSpPr/>
          <p:nvPr/>
        </p:nvSpPr>
        <p:spPr>
          <a:xfrm>
            <a:off x="3291618" y="103771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487BB6E4-BE82-527E-0BEF-59390A4BD22B}"/>
              </a:ext>
            </a:extLst>
          </p:cNvPr>
          <p:cNvSpPr/>
          <p:nvPr/>
        </p:nvSpPr>
        <p:spPr>
          <a:xfrm>
            <a:off x="4564499" y="851674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1820CF4-E890-4F43-836F-07620F703C10}"/>
              </a:ext>
            </a:extLst>
          </p:cNvPr>
          <p:cNvSpPr/>
          <p:nvPr/>
        </p:nvSpPr>
        <p:spPr>
          <a:xfrm>
            <a:off x="4745736" y="103158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85C54B7-3B17-0314-3C32-518E595D159E}"/>
              </a:ext>
            </a:extLst>
          </p:cNvPr>
          <p:cNvSpPr/>
          <p:nvPr/>
        </p:nvSpPr>
        <p:spPr>
          <a:xfrm>
            <a:off x="4925736" y="103167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D80D5488-71A0-42FE-2426-3348A1DE1FB4}"/>
              </a:ext>
            </a:extLst>
          </p:cNvPr>
          <p:cNvSpPr/>
          <p:nvPr/>
        </p:nvSpPr>
        <p:spPr>
          <a:xfrm>
            <a:off x="5105736" y="103158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B243B4CF-9484-6641-F98E-880F500E5EB7}"/>
              </a:ext>
            </a:extLst>
          </p:cNvPr>
          <p:cNvSpPr/>
          <p:nvPr/>
        </p:nvSpPr>
        <p:spPr>
          <a:xfrm>
            <a:off x="4925736" y="121167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5471C2C9-5879-9DAF-EF10-223135460919}"/>
              </a:ext>
            </a:extLst>
          </p:cNvPr>
          <p:cNvSpPr/>
          <p:nvPr/>
        </p:nvSpPr>
        <p:spPr>
          <a:xfrm>
            <a:off x="4925736" y="139158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749197A-0241-1BBA-F643-53A0EABECE65}"/>
              </a:ext>
            </a:extLst>
          </p:cNvPr>
          <p:cNvSpPr/>
          <p:nvPr/>
        </p:nvSpPr>
        <p:spPr>
          <a:xfrm>
            <a:off x="4925736" y="157158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97805D93-99A3-AB81-8BCD-EC0758D08F0B}"/>
              </a:ext>
            </a:extLst>
          </p:cNvPr>
          <p:cNvSpPr/>
          <p:nvPr/>
        </p:nvSpPr>
        <p:spPr>
          <a:xfrm>
            <a:off x="4925736" y="175140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E0804F13-2D57-9B14-F38C-671FDBAAC5CC}"/>
              </a:ext>
            </a:extLst>
          </p:cNvPr>
          <p:cNvSpPr/>
          <p:nvPr/>
        </p:nvSpPr>
        <p:spPr>
          <a:xfrm>
            <a:off x="2390651" y="2564741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61A9FF4E-714B-ECD3-B538-F01C2D0467BC}"/>
              </a:ext>
            </a:extLst>
          </p:cNvPr>
          <p:cNvSpPr/>
          <p:nvPr/>
        </p:nvSpPr>
        <p:spPr>
          <a:xfrm>
            <a:off x="2571890" y="2744831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2EC958CF-B141-A505-B0B1-DEE3B80B7E9B}"/>
              </a:ext>
            </a:extLst>
          </p:cNvPr>
          <p:cNvSpPr/>
          <p:nvPr/>
        </p:nvSpPr>
        <p:spPr>
          <a:xfrm>
            <a:off x="2931890" y="2744831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450203C8-CB18-E0F6-4328-47A27BCB7574}"/>
              </a:ext>
            </a:extLst>
          </p:cNvPr>
          <p:cNvSpPr/>
          <p:nvPr/>
        </p:nvSpPr>
        <p:spPr>
          <a:xfrm>
            <a:off x="2571890" y="2924831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5871F337-82B3-7D7B-2432-11F768D2DDE8}"/>
              </a:ext>
            </a:extLst>
          </p:cNvPr>
          <p:cNvSpPr/>
          <p:nvPr/>
        </p:nvSpPr>
        <p:spPr>
          <a:xfrm>
            <a:off x="2931890" y="2924831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235B5199-C42B-9E6D-65C8-7D6B657987D8}"/>
              </a:ext>
            </a:extLst>
          </p:cNvPr>
          <p:cNvSpPr/>
          <p:nvPr/>
        </p:nvSpPr>
        <p:spPr>
          <a:xfrm>
            <a:off x="2751890" y="3104831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88A32342-65D6-0427-9556-7BFCB07CC988}"/>
              </a:ext>
            </a:extLst>
          </p:cNvPr>
          <p:cNvSpPr/>
          <p:nvPr/>
        </p:nvSpPr>
        <p:spPr>
          <a:xfrm>
            <a:off x="2571890" y="3284606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30767148-5D54-6046-2441-D623DE2078DB}"/>
              </a:ext>
            </a:extLst>
          </p:cNvPr>
          <p:cNvSpPr/>
          <p:nvPr/>
        </p:nvSpPr>
        <p:spPr>
          <a:xfrm>
            <a:off x="2931890" y="3284741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34D7F6BC-B47F-B6E0-0F26-B4FE3C33FD3F}"/>
              </a:ext>
            </a:extLst>
          </p:cNvPr>
          <p:cNvSpPr/>
          <p:nvPr/>
        </p:nvSpPr>
        <p:spPr>
          <a:xfrm>
            <a:off x="2571890" y="3464561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D1B88458-3473-E845-C1D9-171B47EC8598}"/>
              </a:ext>
            </a:extLst>
          </p:cNvPr>
          <p:cNvSpPr/>
          <p:nvPr/>
        </p:nvSpPr>
        <p:spPr>
          <a:xfrm>
            <a:off x="2931890" y="3464561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E2AC1CCE-77D3-56A9-3BF6-331983D49E0E}"/>
              </a:ext>
            </a:extLst>
          </p:cNvPr>
          <p:cNvSpPr/>
          <p:nvPr/>
        </p:nvSpPr>
        <p:spPr>
          <a:xfrm>
            <a:off x="3110690" y="2564651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DFEC83FD-4E33-BC13-1CC3-CC748B9BC2BF}"/>
              </a:ext>
            </a:extLst>
          </p:cNvPr>
          <p:cNvSpPr/>
          <p:nvPr/>
        </p:nvSpPr>
        <p:spPr>
          <a:xfrm>
            <a:off x="3298607" y="2744921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437AFBEB-7244-B6EC-77EC-8DB5C00A407A}"/>
              </a:ext>
            </a:extLst>
          </p:cNvPr>
          <p:cNvSpPr/>
          <p:nvPr/>
        </p:nvSpPr>
        <p:spPr>
          <a:xfrm>
            <a:off x="3478607" y="2745011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81710560-55E5-44E6-9555-9B133BFC53DE}"/>
              </a:ext>
            </a:extLst>
          </p:cNvPr>
          <p:cNvSpPr/>
          <p:nvPr/>
        </p:nvSpPr>
        <p:spPr>
          <a:xfrm>
            <a:off x="3658607" y="2744921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D0AB5587-8470-BB9E-AB49-CD6D1CDD0FEF}"/>
              </a:ext>
            </a:extLst>
          </p:cNvPr>
          <p:cNvSpPr/>
          <p:nvPr/>
        </p:nvSpPr>
        <p:spPr>
          <a:xfrm>
            <a:off x="3478607" y="2925011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D0CC92D7-0C4B-39F7-71AB-B5BBAF7B5EAA}"/>
              </a:ext>
            </a:extLst>
          </p:cNvPr>
          <p:cNvSpPr/>
          <p:nvPr/>
        </p:nvSpPr>
        <p:spPr>
          <a:xfrm>
            <a:off x="3478607" y="3104921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2B5B297B-9D13-CA7D-062C-E2967DFC199C}"/>
              </a:ext>
            </a:extLst>
          </p:cNvPr>
          <p:cNvSpPr/>
          <p:nvPr/>
        </p:nvSpPr>
        <p:spPr>
          <a:xfrm>
            <a:off x="3478607" y="3284921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DFA52531-8A08-77B2-3D93-2968D2DEBCE7}"/>
              </a:ext>
            </a:extLst>
          </p:cNvPr>
          <p:cNvSpPr/>
          <p:nvPr/>
        </p:nvSpPr>
        <p:spPr>
          <a:xfrm>
            <a:off x="3298607" y="3464651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D0EB82B8-F69F-25C4-2190-F6DE35031799}"/>
              </a:ext>
            </a:extLst>
          </p:cNvPr>
          <p:cNvSpPr/>
          <p:nvPr/>
        </p:nvSpPr>
        <p:spPr>
          <a:xfrm>
            <a:off x="3478607" y="3464741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0FBB4AE4-1229-98A1-9FA3-32FC62901BEB}"/>
              </a:ext>
            </a:extLst>
          </p:cNvPr>
          <p:cNvSpPr/>
          <p:nvPr/>
        </p:nvSpPr>
        <p:spPr>
          <a:xfrm>
            <a:off x="3658607" y="3464651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CED20967-2F94-AD42-53A7-C5321387D6C5}"/>
              </a:ext>
            </a:extLst>
          </p:cNvPr>
          <p:cNvSpPr/>
          <p:nvPr/>
        </p:nvSpPr>
        <p:spPr>
          <a:xfrm>
            <a:off x="3830690" y="851674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04F15F23-A09B-CC04-590D-3A1184DAD34E}"/>
              </a:ext>
            </a:extLst>
          </p:cNvPr>
          <p:cNvSpPr/>
          <p:nvPr/>
        </p:nvSpPr>
        <p:spPr>
          <a:xfrm>
            <a:off x="4010690" y="103185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CD2CC8DC-8992-6927-5E50-ADBFB217A964}"/>
              </a:ext>
            </a:extLst>
          </p:cNvPr>
          <p:cNvSpPr/>
          <p:nvPr/>
        </p:nvSpPr>
        <p:spPr>
          <a:xfrm>
            <a:off x="4190690" y="103194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DFAFE96A-ED74-8B30-B10C-7428BEF76C4E}"/>
              </a:ext>
            </a:extLst>
          </p:cNvPr>
          <p:cNvSpPr/>
          <p:nvPr/>
        </p:nvSpPr>
        <p:spPr>
          <a:xfrm>
            <a:off x="4370690" y="103185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A16A1848-629C-CB5A-FCCB-30AF4CE9C3FE}"/>
              </a:ext>
            </a:extLst>
          </p:cNvPr>
          <p:cNvSpPr/>
          <p:nvPr/>
        </p:nvSpPr>
        <p:spPr>
          <a:xfrm>
            <a:off x="4010690" y="121185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43D3A948-DC5A-BEC3-BF22-F70E92A0E949}"/>
              </a:ext>
            </a:extLst>
          </p:cNvPr>
          <p:cNvSpPr/>
          <p:nvPr/>
        </p:nvSpPr>
        <p:spPr>
          <a:xfrm>
            <a:off x="4010690" y="139176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7E882334-E410-E1E2-CDEC-F2D3A9298E85}"/>
              </a:ext>
            </a:extLst>
          </p:cNvPr>
          <p:cNvSpPr/>
          <p:nvPr/>
        </p:nvSpPr>
        <p:spPr>
          <a:xfrm>
            <a:off x="4190690" y="139185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E2B70AA1-9285-F659-03AF-47DC10D0F223}"/>
              </a:ext>
            </a:extLst>
          </p:cNvPr>
          <p:cNvSpPr/>
          <p:nvPr/>
        </p:nvSpPr>
        <p:spPr>
          <a:xfrm>
            <a:off x="4370690" y="139176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94B8A1BE-9BAF-5776-8650-98B6935DE259}"/>
              </a:ext>
            </a:extLst>
          </p:cNvPr>
          <p:cNvSpPr/>
          <p:nvPr/>
        </p:nvSpPr>
        <p:spPr>
          <a:xfrm>
            <a:off x="4010690" y="157176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025CC612-E119-0E10-2799-17653C9D07C9}"/>
              </a:ext>
            </a:extLst>
          </p:cNvPr>
          <p:cNvSpPr/>
          <p:nvPr/>
        </p:nvSpPr>
        <p:spPr>
          <a:xfrm>
            <a:off x="4010690" y="175158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0ACC1829-A51F-6EA1-906B-C7FB4284B31F}"/>
              </a:ext>
            </a:extLst>
          </p:cNvPr>
          <p:cNvSpPr/>
          <p:nvPr/>
        </p:nvSpPr>
        <p:spPr>
          <a:xfrm>
            <a:off x="4190690" y="175167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11D3EC6C-569E-AAC1-CB95-EF136D599AEA}"/>
              </a:ext>
            </a:extLst>
          </p:cNvPr>
          <p:cNvSpPr/>
          <p:nvPr/>
        </p:nvSpPr>
        <p:spPr>
          <a:xfrm>
            <a:off x="4370690" y="1751584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1AB92AA9-5C53-E301-7CBA-1CEDB3454B76}"/>
              </a:ext>
            </a:extLst>
          </p:cNvPr>
          <p:cNvSpPr/>
          <p:nvPr/>
        </p:nvSpPr>
        <p:spPr>
          <a:xfrm>
            <a:off x="1665173" y="2564741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861C6D4E-1C61-47AC-91D0-9E89F9AAC907}"/>
              </a:ext>
            </a:extLst>
          </p:cNvPr>
          <p:cNvSpPr/>
          <p:nvPr/>
        </p:nvSpPr>
        <p:spPr>
          <a:xfrm>
            <a:off x="1845173" y="2744921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867BF0CC-5136-68EA-5D4D-8643B9DF20B8}"/>
              </a:ext>
            </a:extLst>
          </p:cNvPr>
          <p:cNvSpPr/>
          <p:nvPr/>
        </p:nvSpPr>
        <p:spPr>
          <a:xfrm>
            <a:off x="2025173" y="2745011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DA91AD06-89CD-1A50-8845-3A6A701572C4}"/>
              </a:ext>
            </a:extLst>
          </p:cNvPr>
          <p:cNvSpPr/>
          <p:nvPr/>
        </p:nvSpPr>
        <p:spPr>
          <a:xfrm>
            <a:off x="2205173" y="2744921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C8C63F2D-0950-61A2-18B4-EA93BD95740E}"/>
              </a:ext>
            </a:extLst>
          </p:cNvPr>
          <p:cNvSpPr/>
          <p:nvPr/>
        </p:nvSpPr>
        <p:spPr>
          <a:xfrm>
            <a:off x="1845173" y="2924921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ACCF70BF-F81A-A543-F414-F8A2A871772A}"/>
              </a:ext>
            </a:extLst>
          </p:cNvPr>
          <p:cNvSpPr/>
          <p:nvPr/>
        </p:nvSpPr>
        <p:spPr>
          <a:xfrm>
            <a:off x="1845173" y="3104831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03D678E2-2D9E-CE83-63D1-7A932E0BF9FD}"/>
              </a:ext>
            </a:extLst>
          </p:cNvPr>
          <p:cNvSpPr/>
          <p:nvPr/>
        </p:nvSpPr>
        <p:spPr>
          <a:xfrm>
            <a:off x="2025173" y="3104921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185329D4-9019-5F16-6B02-36EDA6ED543A}"/>
              </a:ext>
            </a:extLst>
          </p:cNvPr>
          <p:cNvSpPr/>
          <p:nvPr/>
        </p:nvSpPr>
        <p:spPr>
          <a:xfrm>
            <a:off x="2205173" y="3104831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EAACEE3F-ECC4-D36A-6CE9-ED5425BBB394}"/>
              </a:ext>
            </a:extLst>
          </p:cNvPr>
          <p:cNvSpPr/>
          <p:nvPr/>
        </p:nvSpPr>
        <p:spPr>
          <a:xfrm>
            <a:off x="1845173" y="3284831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AB836774-66B5-157F-836E-9069959E4BD8}"/>
              </a:ext>
            </a:extLst>
          </p:cNvPr>
          <p:cNvSpPr/>
          <p:nvPr/>
        </p:nvSpPr>
        <p:spPr>
          <a:xfrm>
            <a:off x="1845173" y="3464651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4A678BBF-3D19-E6E9-19FB-7CCBF6C793F8}"/>
              </a:ext>
            </a:extLst>
          </p:cNvPr>
          <p:cNvSpPr/>
          <p:nvPr/>
        </p:nvSpPr>
        <p:spPr>
          <a:xfrm>
            <a:off x="2025173" y="3464741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2C54E58E-C967-CB53-0048-2DC8A0207C5B}"/>
              </a:ext>
            </a:extLst>
          </p:cNvPr>
          <p:cNvSpPr/>
          <p:nvPr/>
        </p:nvSpPr>
        <p:spPr>
          <a:xfrm>
            <a:off x="2205173" y="3464651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18C62F60-C5FE-934E-689C-11FA3F5A518C}"/>
              </a:ext>
            </a:extLst>
          </p:cNvPr>
          <p:cNvSpPr/>
          <p:nvPr/>
        </p:nvSpPr>
        <p:spPr>
          <a:xfrm>
            <a:off x="3846563" y="2564651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D2A7A527-9436-0160-5016-C65831D94015}"/>
              </a:ext>
            </a:extLst>
          </p:cNvPr>
          <p:cNvSpPr/>
          <p:nvPr/>
        </p:nvSpPr>
        <p:spPr>
          <a:xfrm>
            <a:off x="4027800" y="2744561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A657B2EE-05B9-80B0-64E1-971FEE7B28D5}"/>
              </a:ext>
            </a:extLst>
          </p:cNvPr>
          <p:cNvSpPr/>
          <p:nvPr/>
        </p:nvSpPr>
        <p:spPr>
          <a:xfrm>
            <a:off x="4207800" y="2744651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5109205D-950D-268D-5B4A-8A49AA10D18F}"/>
              </a:ext>
            </a:extLst>
          </p:cNvPr>
          <p:cNvSpPr/>
          <p:nvPr/>
        </p:nvSpPr>
        <p:spPr>
          <a:xfrm>
            <a:off x="4387800" y="2744561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71274D51-0783-C804-09B7-51E3D08450C9}"/>
              </a:ext>
            </a:extLst>
          </p:cNvPr>
          <p:cNvSpPr/>
          <p:nvPr/>
        </p:nvSpPr>
        <p:spPr>
          <a:xfrm>
            <a:off x="4207800" y="2924651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FE17DF08-2959-A8C8-6112-BD9AF3223FB0}"/>
              </a:ext>
            </a:extLst>
          </p:cNvPr>
          <p:cNvSpPr/>
          <p:nvPr/>
        </p:nvSpPr>
        <p:spPr>
          <a:xfrm>
            <a:off x="4207800" y="3104561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AB71679A-7177-38A9-32F6-4565AFF41FA9}"/>
              </a:ext>
            </a:extLst>
          </p:cNvPr>
          <p:cNvSpPr/>
          <p:nvPr/>
        </p:nvSpPr>
        <p:spPr>
          <a:xfrm>
            <a:off x="4207800" y="3284561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5B850357-BEFA-6AD0-0FA2-331F534F8BA4}"/>
              </a:ext>
            </a:extLst>
          </p:cNvPr>
          <p:cNvSpPr/>
          <p:nvPr/>
        </p:nvSpPr>
        <p:spPr>
          <a:xfrm>
            <a:off x="4207800" y="3464381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8C70272C-27BF-EAB7-3E02-CA4050827F47}"/>
              </a:ext>
            </a:extLst>
          </p:cNvPr>
          <p:cNvSpPr/>
          <p:nvPr/>
        </p:nvSpPr>
        <p:spPr>
          <a:xfrm>
            <a:off x="2385173" y="4277628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A934719B-B6BD-D418-6D02-BDC7CBA583E7}"/>
              </a:ext>
            </a:extLst>
          </p:cNvPr>
          <p:cNvSpPr/>
          <p:nvPr/>
        </p:nvSpPr>
        <p:spPr>
          <a:xfrm>
            <a:off x="2565173" y="4458168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B3361988-00CF-9BD9-C7DB-0D244D681A0E}"/>
              </a:ext>
            </a:extLst>
          </p:cNvPr>
          <p:cNvSpPr/>
          <p:nvPr/>
        </p:nvSpPr>
        <p:spPr>
          <a:xfrm>
            <a:off x="2745173" y="4458258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89B267DE-DCB1-7AE1-F893-1F382DABFA78}"/>
              </a:ext>
            </a:extLst>
          </p:cNvPr>
          <p:cNvSpPr/>
          <p:nvPr/>
        </p:nvSpPr>
        <p:spPr>
          <a:xfrm>
            <a:off x="2925173" y="4458168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C0C4A4B6-55BF-4AD1-EE52-7B6C48D35631}"/>
              </a:ext>
            </a:extLst>
          </p:cNvPr>
          <p:cNvSpPr/>
          <p:nvPr/>
        </p:nvSpPr>
        <p:spPr>
          <a:xfrm>
            <a:off x="2565173" y="4638168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55442BB6-323E-EDEB-7B11-27F028E7DE81}"/>
              </a:ext>
            </a:extLst>
          </p:cNvPr>
          <p:cNvSpPr/>
          <p:nvPr/>
        </p:nvSpPr>
        <p:spPr>
          <a:xfrm>
            <a:off x="2925173" y="4638168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051D63E0-1E3C-5CE0-126C-292E18682992}"/>
              </a:ext>
            </a:extLst>
          </p:cNvPr>
          <p:cNvSpPr/>
          <p:nvPr/>
        </p:nvSpPr>
        <p:spPr>
          <a:xfrm>
            <a:off x="2565173" y="4818078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7A7AD516-6F67-95D1-E735-6F77616C9BE5}"/>
              </a:ext>
            </a:extLst>
          </p:cNvPr>
          <p:cNvSpPr/>
          <p:nvPr/>
        </p:nvSpPr>
        <p:spPr>
          <a:xfrm>
            <a:off x="2925173" y="4818078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565553B8-431D-6408-64D6-8FEBE390B8DF}"/>
              </a:ext>
            </a:extLst>
          </p:cNvPr>
          <p:cNvSpPr/>
          <p:nvPr/>
        </p:nvSpPr>
        <p:spPr>
          <a:xfrm>
            <a:off x="2565173" y="4998078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13C0F884-C127-AF0C-C8FD-CC25E575F27D}"/>
              </a:ext>
            </a:extLst>
          </p:cNvPr>
          <p:cNvSpPr/>
          <p:nvPr/>
        </p:nvSpPr>
        <p:spPr>
          <a:xfrm>
            <a:off x="2925173" y="4998078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83E7CB27-B0EF-7CF7-0149-7F9F3C309A0E}"/>
              </a:ext>
            </a:extLst>
          </p:cNvPr>
          <p:cNvSpPr/>
          <p:nvPr/>
        </p:nvSpPr>
        <p:spPr>
          <a:xfrm>
            <a:off x="2565173" y="5177898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0EC77E93-8DDA-17DE-538A-44210A6C6418}"/>
              </a:ext>
            </a:extLst>
          </p:cNvPr>
          <p:cNvSpPr/>
          <p:nvPr/>
        </p:nvSpPr>
        <p:spPr>
          <a:xfrm>
            <a:off x="2745173" y="5177988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44F975E8-1037-C20B-C54A-0EFC2AA1DCC7}"/>
              </a:ext>
            </a:extLst>
          </p:cNvPr>
          <p:cNvSpPr/>
          <p:nvPr/>
        </p:nvSpPr>
        <p:spPr>
          <a:xfrm>
            <a:off x="2925173" y="5177898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9A22D2AE-A2F9-DB0B-25E5-0DCD7DA38080}"/>
              </a:ext>
            </a:extLst>
          </p:cNvPr>
          <p:cNvSpPr/>
          <p:nvPr/>
        </p:nvSpPr>
        <p:spPr>
          <a:xfrm>
            <a:off x="3110690" y="4277628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112287FF-05BD-FA29-DA08-B9577BEAA3C0}"/>
              </a:ext>
            </a:extLst>
          </p:cNvPr>
          <p:cNvSpPr/>
          <p:nvPr/>
        </p:nvSpPr>
        <p:spPr>
          <a:xfrm>
            <a:off x="3293162" y="4457808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FDB51338-7BC5-CF90-DE42-FC3521F3456B}"/>
              </a:ext>
            </a:extLst>
          </p:cNvPr>
          <p:cNvSpPr/>
          <p:nvPr/>
        </p:nvSpPr>
        <p:spPr>
          <a:xfrm>
            <a:off x="3653162" y="4457808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2AF91D78-F595-4CDB-8D7B-6949E1E870D2}"/>
              </a:ext>
            </a:extLst>
          </p:cNvPr>
          <p:cNvSpPr/>
          <p:nvPr/>
        </p:nvSpPr>
        <p:spPr>
          <a:xfrm>
            <a:off x="3293162" y="4637808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BB733671-7960-391C-0D60-48ED9581CA90}"/>
              </a:ext>
            </a:extLst>
          </p:cNvPr>
          <p:cNvSpPr/>
          <p:nvPr/>
        </p:nvSpPr>
        <p:spPr>
          <a:xfrm>
            <a:off x="3653162" y="4637808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AEA35E99-EE1E-32F1-5018-6E2AF193EA15}"/>
              </a:ext>
            </a:extLst>
          </p:cNvPr>
          <p:cNvSpPr/>
          <p:nvPr/>
        </p:nvSpPr>
        <p:spPr>
          <a:xfrm>
            <a:off x="3293162" y="4817718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E0660C6B-64C2-92C9-CE9D-91260697EB23}"/>
              </a:ext>
            </a:extLst>
          </p:cNvPr>
          <p:cNvSpPr/>
          <p:nvPr/>
        </p:nvSpPr>
        <p:spPr>
          <a:xfrm>
            <a:off x="3473162" y="4817808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A6A3CE4E-69A1-4161-54E7-5D77691DDA04}"/>
              </a:ext>
            </a:extLst>
          </p:cNvPr>
          <p:cNvSpPr/>
          <p:nvPr/>
        </p:nvSpPr>
        <p:spPr>
          <a:xfrm>
            <a:off x="3293162" y="4997718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FE424107-CD42-650C-30C1-6693481A5294}"/>
              </a:ext>
            </a:extLst>
          </p:cNvPr>
          <p:cNvSpPr/>
          <p:nvPr/>
        </p:nvSpPr>
        <p:spPr>
          <a:xfrm>
            <a:off x="3653162" y="4997718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3ADDFC6D-5427-D6A4-05A3-D6CCC824D7D6}"/>
              </a:ext>
            </a:extLst>
          </p:cNvPr>
          <p:cNvSpPr/>
          <p:nvPr/>
        </p:nvSpPr>
        <p:spPr>
          <a:xfrm>
            <a:off x="3293162" y="5177538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542EFE25-FC00-978B-3AEB-47A5322631B7}"/>
              </a:ext>
            </a:extLst>
          </p:cNvPr>
          <p:cNvSpPr/>
          <p:nvPr/>
        </p:nvSpPr>
        <p:spPr>
          <a:xfrm>
            <a:off x="3653162" y="5177538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93989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2D9FF8-907F-E35F-C899-CC6875851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矩形 127">
            <a:extLst>
              <a:ext uri="{FF2B5EF4-FFF2-40B4-BE49-F238E27FC236}">
                <a16:creationId xmlns:a16="http://schemas.microsoft.com/office/drawing/2014/main" id="{15417EB5-6216-CF90-B784-026BF7A87A9F}"/>
              </a:ext>
            </a:extLst>
          </p:cNvPr>
          <p:cNvSpPr/>
          <p:nvPr/>
        </p:nvSpPr>
        <p:spPr>
          <a:xfrm>
            <a:off x="982280" y="2169045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66D5318A-3DDE-9F79-BCDC-131C6CE6CCED}"/>
              </a:ext>
            </a:extLst>
          </p:cNvPr>
          <p:cNvSpPr/>
          <p:nvPr/>
        </p:nvSpPr>
        <p:spPr>
          <a:xfrm>
            <a:off x="1162280" y="23494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573C5CC8-E20C-3E63-9AD4-56864AF817E2}"/>
              </a:ext>
            </a:extLst>
          </p:cNvPr>
          <p:cNvSpPr/>
          <p:nvPr/>
        </p:nvSpPr>
        <p:spPr>
          <a:xfrm>
            <a:off x="1342280" y="234958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95DB3FC2-9C03-6014-FE45-D93FB4FA9310}"/>
              </a:ext>
            </a:extLst>
          </p:cNvPr>
          <p:cNvSpPr/>
          <p:nvPr/>
        </p:nvSpPr>
        <p:spPr>
          <a:xfrm>
            <a:off x="1522280" y="23494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9867B209-C390-2CD0-CC77-5B005B0174F2}"/>
              </a:ext>
            </a:extLst>
          </p:cNvPr>
          <p:cNvSpPr/>
          <p:nvPr/>
        </p:nvSpPr>
        <p:spPr>
          <a:xfrm>
            <a:off x="1162280" y="25294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238E31BE-64EE-25DB-EE39-07CDAE1381BB}"/>
              </a:ext>
            </a:extLst>
          </p:cNvPr>
          <p:cNvSpPr/>
          <p:nvPr/>
        </p:nvSpPr>
        <p:spPr>
          <a:xfrm>
            <a:off x="1522280" y="25294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AD04FE90-3B41-ECCD-CC24-70A9CB2A9378}"/>
              </a:ext>
            </a:extLst>
          </p:cNvPr>
          <p:cNvSpPr/>
          <p:nvPr/>
        </p:nvSpPr>
        <p:spPr>
          <a:xfrm>
            <a:off x="1162280" y="270940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0D2C1303-7504-B736-D366-3B7AAF34E3AA}"/>
              </a:ext>
            </a:extLst>
          </p:cNvPr>
          <p:cNvSpPr/>
          <p:nvPr/>
        </p:nvSpPr>
        <p:spPr>
          <a:xfrm>
            <a:off x="1522280" y="270940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D0519B78-18E3-AA70-02AE-4BED20376ECC}"/>
              </a:ext>
            </a:extLst>
          </p:cNvPr>
          <p:cNvSpPr/>
          <p:nvPr/>
        </p:nvSpPr>
        <p:spPr>
          <a:xfrm>
            <a:off x="1162280" y="288927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EA36CC70-BCA1-AC81-0129-56FBFE83CE66}"/>
              </a:ext>
            </a:extLst>
          </p:cNvPr>
          <p:cNvSpPr/>
          <p:nvPr/>
        </p:nvSpPr>
        <p:spPr>
          <a:xfrm>
            <a:off x="1522280" y="288940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7E9EF3B8-8C82-0101-FE0E-D362F903CCB3}"/>
              </a:ext>
            </a:extLst>
          </p:cNvPr>
          <p:cNvSpPr/>
          <p:nvPr/>
        </p:nvSpPr>
        <p:spPr>
          <a:xfrm>
            <a:off x="1162280" y="306922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EE63B78F-AF3E-8270-8FDD-D27A4D626595}"/>
              </a:ext>
            </a:extLst>
          </p:cNvPr>
          <p:cNvSpPr/>
          <p:nvPr/>
        </p:nvSpPr>
        <p:spPr>
          <a:xfrm>
            <a:off x="1342280" y="306931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D85876A8-F20A-81C4-852F-78440AE178FB}"/>
              </a:ext>
            </a:extLst>
          </p:cNvPr>
          <p:cNvSpPr/>
          <p:nvPr/>
        </p:nvSpPr>
        <p:spPr>
          <a:xfrm>
            <a:off x="1706675" y="2169000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E94245B1-8F8F-0288-85E7-86FCD1836636}"/>
              </a:ext>
            </a:extLst>
          </p:cNvPr>
          <p:cNvSpPr/>
          <p:nvPr/>
        </p:nvSpPr>
        <p:spPr>
          <a:xfrm>
            <a:off x="1886675" y="234954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CB7188C4-738B-BE5D-8E36-47837A11B768}"/>
              </a:ext>
            </a:extLst>
          </p:cNvPr>
          <p:cNvSpPr/>
          <p:nvPr/>
        </p:nvSpPr>
        <p:spPr>
          <a:xfrm>
            <a:off x="2066675" y="234963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A3AA31A4-3C11-EA1B-74B4-B0845ADDB17A}"/>
              </a:ext>
            </a:extLst>
          </p:cNvPr>
          <p:cNvSpPr/>
          <p:nvPr/>
        </p:nvSpPr>
        <p:spPr>
          <a:xfrm>
            <a:off x="2246675" y="234954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1CAFAD84-1FF4-2386-E916-8F475B627885}"/>
              </a:ext>
            </a:extLst>
          </p:cNvPr>
          <p:cNvSpPr/>
          <p:nvPr/>
        </p:nvSpPr>
        <p:spPr>
          <a:xfrm>
            <a:off x="1886675" y="252954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1362F3DF-8CFD-6FB4-B609-C776286DB0D6}"/>
              </a:ext>
            </a:extLst>
          </p:cNvPr>
          <p:cNvSpPr/>
          <p:nvPr/>
        </p:nvSpPr>
        <p:spPr>
          <a:xfrm>
            <a:off x="2246675" y="252954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B6061C1C-A1DA-B003-9BC6-DF14D225EBF2}"/>
              </a:ext>
            </a:extLst>
          </p:cNvPr>
          <p:cNvSpPr/>
          <p:nvPr/>
        </p:nvSpPr>
        <p:spPr>
          <a:xfrm>
            <a:off x="1886675" y="270945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391AD5F5-76CA-67A6-0996-F5D080E960DA}"/>
              </a:ext>
            </a:extLst>
          </p:cNvPr>
          <p:cNvSpPr/>
          <p:nvPr/>
        </p:nvSpPr>
        <p:spPr>
          <a:xfrm>
            <a:off x="2246675" y="270945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842A086C-49B0-1967-49B1-1BD5F07E652F}"/>
              </a:ext>
            </a:extLst>
          </p:cNvPr>
          <p:cNvSpPr/>
          <p:nvPr/>
        </p:nvSpPr>
        <p:spPr>
          <a:xfrm>
            <a:off x="1886675" y="288945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AF60CBF5-004C-F844-848E-6E48D58161CA}"/>
              </a:ext>
            </a:extLst>
          </p:cNvPr>
          <p:cNvSpPr/>
          <p:nvPr/>
        </p:nvSpPr>
        <p:spPr>
          <a:xfrm>
            <a:off x="2246675" y="288945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8D7CBC3E-52E9-92FA-B864-04C443FB1EDC}"/>
              </a:ext>
            </a:extLst>
          </p:cNvPr>
          <p:cNvSpPr/>
          <p:nvPr/>
        </p:nvSpPr>
        <p:spPr>
          <a:xfrm>
            <a:off x="1886675" y="306927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C07F68C5-1765-C558-FB34-23171CAC28F4}"/>
              </a:ext>
            </a:extLst>
          </p:cNvPr>
          <p:cNvSpPr/>
          <p:nvPr/>
        </p:nvSpPr>
        <p:spPr>
          <a:xfrm>
            <a:off x="2066675" y="306936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366EC2DF-E192-1C88-D85A-131B8C28136D}"/>
              </a:ext>
            </a:extLst>
          </p:cNvPr>
          <p:cNvSpPr/>
          <p:nvPr/>
        </p:nvSpPr>
        <p:spPr>
          <a:xfrm>
            <a:off x="2246675" y="306927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09ACF47C-9C30-3216-95D6-B56EAC6ADBE8}"/>
              </a:ext>
            </a:extLst>
          </p:cNvPr>
          <p:cNvSpPr/>
          <p:nvPr/>
        </p:nvSpPr>
        <p:spPr>
          <a:xfrm>
            <a:off x="2422280" y="2169023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20D03E95-AF15-3DDA-2263-2D030642800C}"/>
              </a:ext>
            </a:extLst>
          </p:cNvPr>
          <p:cNvSpPr/>
          <p:nvPr/>
        </p:nvSpPr>
        <p:spPr>
          <a:xfrm>
            <a:off x="2602280" y="2349203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38333C1C-49DC-C58F-01B5-3011AD8F6739}"/>
              </a:ext>
            </a:extLst>
          </p:cNvPr>
          <p:cNvSpPr/>
          <p:nvPr/>
        </p:nvSpPr>
        <p:spPr>
          <a:xfrm>
            <a:off x="2962280" y="2349203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676C96EA-E1DF-6959-0367-1AF047084809}"/>
              </a:ext>
            </a:extLst>
          </p:cNvPr>
          <p:cNvSpPr/>
          <p:nvPr/>
        </p:nvSpPr>
        <p:spPr>
          <a:xfrm>
            <a:off x="2602280" y="2529203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59C03C57-29A1-5616-7F79-0E6B59DC1727}"/>
              </a:ext>
            </a:extLst>
          </p:cNvPr>
          <p:cNvSpPr/>
          <p:nvPr/>
        </p:nvSpPr>
        <p:spPr>
          <a:xfrm>
            <a:off x="2962280" y="2529203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44A42108-0681-6782-1D4E-5EF43DEDD807}"/>
              </a:ext>
            </a:extLst>
          </p:cNvPr>
          <p:cNvSpPr/>
          <p:nvPr/>
        </p:nvSpPr>
        <p:spPr>
          <a:xfrm>
            <a:off x="2602280" y="2709113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34A59984-6FC8-6922-C81D-60F27EFD80DA}"/>
              </a:ext>
            </a:extLst>
          </p:cNvPr>
          <p:cNvSpPr/>
          <p:nvPr/>
        </p:nvSpPr>
        <p:spPr>
          <a:xfrm>
            <a:off x="2962280" y="2709113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09D28EDC-DA68-3CAD-274B-0E5EAD1DE371}"/>
              </a:ext>
            </a:extLst>
          </p:cNvPr>
          <p:cNvSpPr/>
          <p:nvPr/>
        </p:nvSpPr>
        <p:spPr>
          <a:xfrm>
            <a:off x="2602280" y="2889113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63B36078-5BCD-573C-BF99-B7277AC195CB}"/>
              </a:ext>
            </a:extLst>
          </p:cNvPr>
          <p:cNvSpPr/>
          <p:nvPr/>
        </p:nvSpPr>
        <p:spPr>
          <a:xfrm>
            <a:off x="2782280" y="2889203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DCEC9A33-00B8-7550-09E3-C4DF67BA8E7B}"/>
              </a:ext>
            </a:extLst>
          </p:cNvPr>
          <p:cNvSpPr/>
          <p:nvPr/>
        </p:nvSpPr>
        <p:spPr>
          <a:xfrm>
            <a:off x="2962280" y="2889113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0BF938FD-D8C3-C52C-8D5F-519641D1F7E4}"/>
              </a:ext>
            </a:extLst>
          </p:cNvPr>
          <p:cNvSpPr/>
          <p:nvPr/>
        </p:nvSpPr>
        <p:spPr>
          <a:xfrm>
            <a:off x="2602280" y="3068933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53BAA7D1-138F-7C50-1264-9F9AAC496023}"/>
              </a:ext>
            </a:extLst>
          </p:cNvPr>
          <p:cNvSpPr/>
          <p:nvPr/>
        </p:nvSpPr>
        <p:spPr>
          <a:xfrm>
            <a:off x="2782280" y="3069023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BD60DED7-CEB9-3F90-816C-932A0899C5CA}"/>
              </a:ext>
            </a:extLst>
          </p:cNvPr>
          <p:cNvSpPr/>
          <p:nvPr/>
        </p:nvSpPr>
        <p:spPr>
          <a:xfrm>
            <a:off x="2962280" y="3068933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AA9711D6-70D5-4F95-D54E-16AEAA081B8B}"/>
              </a:ext>
            </a:extLst>
          </p:cNvPr>
          <p:cNvSpPr/>
          <p:nvPr/>
        </p:nvSpPr>
        <p:spPr>
          <a:xfrm>
            <a:off x="3146675" y="2169000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B826708A-44B1-D41E-ADA5-5747C411EAEC}"/>
              </a:ext>
            </a:extLst>
          </p:cNvPr>
          <p:cNvSpPr/>
          <p:nvPr/>
        </p:nvSpPr>
        <p:spPr>
          <a:xfrm>
            <a:off x="3326675" y="234963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B8E6A7AE-0759-1C1C-FA8A-8394D59D8411}"/>
              </a:ext>
            </a:extLst>
          </p:cNvPr>
          <p:cNvSpPr/>
          <p:nvPr/>
        </p:nvSpPr>
        <p:spPr>
          <a:xfrm>
            <a:off x="3506675" y="234972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A770C6D5-1D02-D517-DB19-CB9AD5A11D6B}"/>
              </a:ext>
            </a:extLst>
          </p:cNvPr>
          <p:cNvSpPr/>
          <p:nvPr/>
        </p:nvSpPr>
        <p:spPr>
          <a:xfrm>
            <a:off x="3686675" y="234963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CF582477-0A7C-F6AD-BB63-3B13CD474F6F}"/>
              </a:ext>
            </a:extLst>
          </p:cNvPr>
          <p:cNvSpPr/>
          <p:nvPr/>
        </p:nvSpPr>
        <p:spPr>
          <a:xfrm>
            <a:off x="3326675" y="252963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223A9997-A6F8-4FBF-D68C-4F1C9C5F3EB2}"/>
              </a:ext>
            </a:extLst>
          </p:cNvPr>
          <p:cNvSpPr/>
          <p:nvPr/>
        </p:nvSpPr>
        <p:spPr>
          <a:xfrm>
            <a:off x="3686675" y="252963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FF79C84E-CA39-B0E4-6825-C922065240BE}"/>
              </a:ext>
            </a:extLst>
          </p:cNvPr>
          <p:cNvSpPr/>
          <p:nvPr/>
        </p:nvSpPr>
        <p:spPr>
          <a:xfrm>
            <a:off x="3326675" y="270954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id="{73915919-5AC8-3794-5DEB-8204D48DE248}"/>
              </a:ext>
            </a:extLst>
          </p:cNvPr>
          <p:cNvSpPr/>
          <p:nvPr/>
        </p:nvSpPr>
        <p:spPr>
          <a:xfrm>
            <a:off x="3686675" y="270954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C1146752-DB6D-A769-C4E4-688BB27DD9E0}"/>
              </a:ext>
            </a:extLst>
          </p:cNvPr>
          <p:cNvSpPr/>
          <p:nvPr/>
        </p:nvSpPr>
        <p:spPr>
          <a:xfrm>
            <a:off x="3326675" y="288940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A8695D03-AF80-5867-206A-9495AC627108}"/>
              </a:ext>
            </a:extLst>
          </p:cNvPr>
          <p:cNvSpPr/>
          <p:nvPr/>
        </p:nvSpPr>
        <p:spPr>
          <a:xfrm>
            <a:off x="3686675" y="288954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B9B2FF98-7859-D1A7-360C-2DACD169BB86}"/>
              </a:ext>
            </a:extLst>
          </p:cNvPr>
          <p:cNvSpPr/>
          <p:nvPr/>
        </p:nvSpPr>
        <p:spPr>
          <a:xfrm>
            <a:off x="3326675" y="306936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0D775BDA-BB5B-F792-DF41-99173BEEA224}"/>
              </a:ext>
            </a:extLst>
          </p:cNvPr>
          <p:cNvSpPr/>
          <p:nvPr/>
        </p:nvSpPr>
        <p:spPr>
          <a:xfrm>
            <a:off x="3686675" y="306936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3F0070FA-531F-87AB-A6EB-1B9BF825D41C}"/>
              </a:ext>
            </a:extLst>
          </p:cNvPr>
          <p:cNvSpPr/>
          <p:nvPr/>
        </p:nvSpPr>
        <p:spPr>
          <a:xfrm>
            <a:off x="982280" y="3608775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60A93F3E-A930-ADA8-6D59-294C8986745A}"/>
              </a:ext>
            </a:extLst>
          </p:cNvPr>
          <p:cNvSpPr/>
          <p:nvPr/>
        </p:nvSpPr>
        <p:spPr>
          <a:xfrm>
            <a:off x="1162280" y="378886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3B741EBE-BB3C-9EF4-5C9C-4CC56EF95640}"/>
              </a:ext>
            </a:extLst>
          </p:cNvPr>
          <p:cNvSpPr/>
          <p:nvPr/>
        </p:nvSpPr>
        <p:spPr>
          <a:xfrm>
            <a:off x="1162280" y="396886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8375102A-423B-6AEC-B3E5-C614FFDA914F}"/>
              </a:ext>
            </a:extLst>
          </p:cNvPr>
          <p:cNvSpPr/>
          <p:nvPr/>
        </p:nvSpPr>
        <p:spPr>
          <a:xfrm>
            <a:off x="1162280" y="414877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3387EF80-AFAB-81EE-D48C-423D78BBD97A}"/>
              </a:ext>
            </a:extLst>
          </p:cNvPr>
          <p:cNvSpPr/>
          <p:nvPr/>
        </p:nvSpPr>
        <p:spPr>
          <a:xfrm>
            <a:off x="1162280" y="432864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F63AE493-0985-DA36-1AD2-6AFAF65DF62D}"/>
              </a:ext>
            </a:extLst>
          </p:cNvPr>
          <p:cNvSpPr/>
          <p:nvPr/>
        </p:nvSpPr>
        <p:spPr>
          <a:xfrm>
            <a:off x="1162280" y="45085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CEBCBFF3-29FD-5579-2927-2DF9D9C03C6A}"/>
              </a:ext>
            </a:extLst>
          </p:cNvPr>
          <p:cNvSpPr/>
          <p:nvPr/>
        </p:nvSpPr>
        <p:spPr>
          <a:xfrm>
            <a:off x="1342280" y="450868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17F439AB-833E-2535-D074-077B6DFC1C6D}"/>
              </a:ext>
            </a:extLst>
          </p:cNvPr>
          <p:cNvSpPr/>
          <p:nvPr/>
        </p:nvSpPr>
        <p:spPr>
          <a:xfrm>
            <a:off x="1522280" y="45085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77949329-B720-481F-4CE1-7EDF315EB47C}"/>
              </a:ext>
            </a:extLst>
          </p:cNvPr>
          <p:cNvSpPr/>
          <p:nvPr/>
        </p:nvSpPr>
        <p:spPr>
          <a:xfrm>
            <a:off x="1702280" y="3608707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919A688B-EC1F-0097-FA32-2999F5E47C19}"/>
              </a:ext>
            </a:extLst>
          </p:cNvPr>
          <p:cNvSpPr/>
          <p:nvPr/>
        </p:nvSpPr>
        <p:spPr>
          <a:xfrm>
            <a:off x="1882280" y="378895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B55127C8-8A0E-4926-6873-9A9AA1FDAC5A}"/>
              </a:ext>
            </a:extLst>
          </p:cNvPr>
          <p:cNvSpPr/>
          <p:nvPr/>
        </p:nvSpPr>
        <p:spPr>
          <a:xfrm>
            <a:off x="2062280" y="378904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9" name="矩形 188">
            <a:extLst>
              <a:ext uri="{FF2B5EF4-FFF2-40B4-BE49-F238E27FC236}">
                <a16:creationId xmlns:a16="http://schemas.microsoft.com/office/drawing/2014/main" id="{AF8212BC-077D-12FA-59D3-10A62BAD9D61}"/>
              </a:ext>
            </a:extLst>
          </p:cNvPr>
          <p:cNvSpPr/>
          <p:nvPr/>
        </p:nvSpPr>
        <p:spPr>
          <a:xfrm>
            <a:off x="2242280" y="378895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0" name="矩形 189">
            <a:extLst>
              <a:ext uri="{FF2B5EF4-FFF2-40B4-BE49-F238E27FC236}">
                <a16:creationId xmlns:a16="http://schemas.microsoft.com/office/drawing/2014/main" id="{85454297-083B-0C54-CC4E-5B3D754A3A60}"/>
              </a:ext>
            </a:extLst>
          </p:cNvPr>
          <p:cNvSpPr/>
          <p:nvPr/>
        </p:nvSpPr>
        <p:spPr>
          <a:xfrm>
            <a:off x="1882280" y="396895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550304B0-8F02-AAF9-E931-754C2AE9FAF5}"/>
              </a:ext>
            </a:extLst>
          </p:cNvPr>
          <p:cNvSpPr/>
          <p:nvPr/>
        </p:nvSpPr>
        <p:spPr>
          <a:xfrm>
            <a:off x="1882280" y="414886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2" name="矩形 191">
            <a:extLst>
              <a:ext uri="{FF2B5EF4-FFF2-40B4-BE49-F238E27FC236}">
                <a16:creationId xmlns:a16="http://schemas.microsoft.com/office/drawing/2014/main" id="{E54948C9-9F15-1D89-B640-855DFA3F1362}"/>
              </a:ext>
            </a:extLst>
          </p:cNvPr>
          <p:cNvSpPr/>
          <p:nvPr/>
        </p:nvSpPr>
        <p:spPr>
          <a:xfrm>
            <a:off x="2062280" y="414895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3" name="矩形 192">
            <a:extLst>
              <a:ext uri="{FF2B5EF4-FFF2-40B4-BE49-F238E27FC236}">
                <a16:creationId xmlns:a16="http://schemas.microsoft.com/office/drawing/2014/main" id="{DA6D0924-1EDC-2025-F656-C42D2323420D}"/>
              </a:ext>
            </a:extLst>
          </p:cNvPr>
          <p:cNvSpPr/>
          <p:nvPr/>
        </p:nvSpPr>
        <p:spPr>
          <a:xfrm>
            <a:off x="2242280" y="414886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4" name="矩形 193">
            <a:extLst>
              <a:ext uri="{FF2B5EF4-FFF2-40B4-BE49-F238E27FC236}">
                <a16:creationId xmlns:a16="http://schemas.microsoft.com/office/drawing/2014/main" id="{AE77695D-F215-303F-F6DC-86721CC75778}"/>
              </a:ext>
            </a:extLst>
          </p:cNvPr>
          <p:cNvSpPr/>
          <p:nvPr/>
        </p:nvSpPr>
        <p:spPr>
          <a:xfrm>
            <a:off x="1882280" y="432886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DD3B7735-EC49-014D-2D63-B7BC8CCA3FD5}"/>
              </a:ext>
            </a:extLst>
          </p:cNvPr>
          <p:cNvSpPr/>
          <p:nvPr/>
        </p:nvSpPr>
        <p:spPr>
          <a:xfrm>
            <a:off x="1882280" y="450868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6" name="矩形 195">
            <a:extLst>
              <a:ext uri="{FF2B5EF4-FFF2-40B4-BE49-F238E27FC236}">
                <a16:creationId xmlns:a16="http://schemas.microsoft.com/office/drawing/2014/main" id="{789BB22D-D194-2989-2310-D91E5CF89862}"/>
              </a:ext>
            </a:extLst>
          </p:cNvPr>
          <p:cNvSpPr/>
          <p:nvPr/>
        </p:nvSpPr>
        <p:spPr>
          <a:xfrm>
            <a:off x="2062280" y="450877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7" name="矩形 196">
            <a:extLst>
              <a:ext uri="{FF2B5EF4-FFF2-40B4-BE49-F238E27FC236}">
                <a16:creationId xmlns:a16="http://schemas.microsoft.com/office/drawing/2014/main" id="{5EA9BC88-6384-8B9D-FBF5-B61CE80C513A}"/>
              </a:ext>
            </a:extLst>
          </p:cNvPr>
          <p:cNvSpPr/>
          <p:nvPr/>
        </p:nvSpPr>
        <p:spPr>
          <a:xfrm>
            <a:off x="2242280" y="450868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8" name="矩形 197">
            <a:extLst>
              <a:ext uri="{FF2B5EF4-FFF2-40B4-BE49-F238E27FC236}">
                <a16:creationId xmlns:a16="http://schemas.microsoft.com/office/drawing/2014/main" id="{6C17A1A4-B8D3-F822-50E6-3D284BA9C73A}"/>
              </a:ext>
            </a:extLst>
          </p:cNvPr>
          <p:cNvSpPr/>
          <p:nvPr/>
        </p:nvSpPr>
        <p:spPr>
          <a:xfrm>
            <a:off x="2422280" y="3608730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7883C84C-8AF0-9090-91D7-418BD6CB4174}"/>
              </a:ext>
            </a:extLst>
          </p:cNvPr>
          <p:cNvSpPr/>
          <p:nvPr/>
        </p:nvSpPr>
        <p:spPr>
          <a:xfrm>
            <a:off x="2602280" y="378882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0" name="矩形 199">
            <a:extLst>
              <a:ext uri="{FF2B5EF4-FFF2-40B4-BE49-F238E27FC236}">
                <a16:creationId xmlns:a16="http://schemas.microsoft.com/office/drawing/2014/main" id="{82B7F38B-8678-108C-9882-08E4E0D8A914}"/>
              </a:ext>
            </a:extLst>
          </p:cNvPr>
          <p:cNvSpPr/>
          <p:nvPr/>
        </p:nvSpPr>
        <p:spPr>
          <a:xfrm>
            <a:off x="2782280" y="378891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C343C96A-3E5D-C4F0-6093-63BC8CC9DCED}"/>
              </a:ext>
            </a:extLst>
          </p:cNvPr>
          <p:cNvSpPr/>
          <p:nvPr/>
        </p:nvSpPr>
        <p:spPr>
          <a:xfrm>
            <a:off x="2962280" y="378882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2C0E3855-3C63-D5F5-D370-21E6FA9AC037}"/>
              </a:ext>
            </a:extLst>
          </p:cNvPr>
          <p:cNvSpPr/>
          <p:nvPr/>
        </p:nvSpPr>
        <p:spPr>
          <a:xfrm>
            <a:off x="2602280" y="396882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B53CBAFE-CE5D-3DEA-187D-1487E8C4ACB1}"/>
              </a:ext>
            </a:extLst>
          </p:cNvPr>
          <p:cNvSpPr/>
          <p:nvPr/>
        </p:nvSpPr>
        <p:spPr>
          <a:xfrm>
            <a:off x="2602280" y="414873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341E88FC-41B0-BA27-BD74-85685C82B344}"/>
              </a:ext>
            </a:extLst>
          </p:cNvPr>
          <p:cNvSpPr/>
          <p:nvPr/>
        </p:nvSpPr>
        <p:spPr>
          <a:xfrm>
            <a:off x="2782280" y="414882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5" name="矩形 204">
            <a:extLst>
              <a:ext uri="{FF2B5EF4-FFF2-40B4-BE49-F238E27FC236}">
                <a16:creationId xmlns:a16="http://schemas.microsoft.com/office/drawing/2014/main" id="{49216DC8-C12C-808D-A8B7-153DA51F02A3}"/>
              </a:ext>
            </a:extLst>
          </p:cNvPr>
          <p:cNvSpPr/>
          <p:nvPr/>
        </p:nvSpPr>
        <p:spPr>
          <a:xfrm>
            <a:off x="2962280" y="414873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6" name="矩形 205">
            <a:extLst>
              <a:ext uri="{FF2B5EF4-FFF2-40B4-BE49-F238E27FC236}">
                <a16:creationId xmlns:a16="http://schemas.microsoft.com/office/drawing/2014/main" id="{C74C7CED-6BCB-B764-F9CA-906EB655272A}"/>
              </a:ext>
            </a:extLst>
          </p:cNvPr>
          <p:cNvSpPr/>
          <p:nvPr/>
        </p:nvSpPr>
        <p:spPr>
          <a:xfrm>
            <a:off x="2602280" y="43285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7" name="矩形 206">
            <a:extLst>
              <a:ext uri="{FF2B5EF4-FFF2-40B4-BE49-F238E27FC236}">
                <a16:creationId xmlns:a16="http://schemas.microsoft.com/office/drawing/2014/main" id="{DC111A82-9475-1EF3-EC76-D83BB200F4EE}"/>
              </a:ext>
            </a:extLst>
          </p:cNvPr>
          <p:cNvSpPr/>
          <p:nvPr/>
        </p:nvSpPr>
        <p:spPr>
          <a:xfrm>
            <a:off x="2602280" y="450855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3" name="矩形 212">
            <a:extLst>
              <a:ext uri="{FF2B5EF4-FFF2-40B4-BE49-F238E27FC236}">
                <a16:creationId xmlns:a16="http://schemas.microsoft.com/office/drawing/2014/main" id="{3BA31F0D-1C99-44A7-6697-89D58F82A5E4}"/>
              </a:ext>
            </a:extLst>
          </p:cNvPr>
          <p:cNvSpPr/>
          <p:nvPr/>
        </p:nvSpPr>
        <p:spPr>
          <a:xfrm>
            <a:off x="3142280" y="3608955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4" name="矩形 213">
            <a:extLst>
              <a:ext uri="{FF2B5EF4-FFF2-40B4-BE49-F238E27FC236}">
                <a16:creationId xmlns:a16="http://schemas.microsoft.com/office/drawing/2014/main" id="{E6454299-D0AB-7310-A479-A8DA5ECC8D6B}"/>
              </a:ext>
            </a:extLst>
          </p:cNvPr>
          <p:cNvSpPr/>
          <p:nvPr/>
        </p:nvSpPr>
        <p:spPr>
          <a:xfrm>
            <a:off x="3323517" y="378886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5" name="矩形 214">
            <a:extLst>
              <a:ext uri="{FF2B5EF4-FFF2-40B4-BE49-F238E27FC236}">
                <a16:creationId xmlns:a16="http://schemas.microsoft.com/office/drawing/2014/main" id="{099435B5-FAAE-05C4-D793-4FA5C761ABAC}"/>
              </a:ext>
            </a:extLst>
          </p:cNvPr>
          <p:cNvSpPr/>
          <p:nvPr/>
        </p:nvSpPr>
        <p:spPr>
          <a:xfrm>
            <a:off x="3503517" y="378895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6" name="矩形 215">
            <a:extLst>
              <a:ext uri="{FF2B5EF4-FFF2-40B4-BE49-F238E27FC236}">
                <a16:creationId xmlns:a16="http://schemas.microsoft.com/office/drawing/2014/main" id="{81F1FA3E-1307-055F-4617-510475539304}"/>
              </a:ext>
            </a:extLst>
          </p:cNvPr>
          <p:cNvSpPr/>
          <p:nvPr/>
        </p:nvSpPr>
        <p:spPr>
          <a:xfrm>
            <a:off x="3683517" y="378886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7" name="矩形 216">
            <a:extLst>
              <a:ext uri="{FF2B5EF4-FFF2-40B4-BE49-F238E27FC236}">
                <a16:creationId xmlns:a16="http://schemas.microsoft.com/office/drawing/2014/main" id="{F837DEFF-6673-9629-40A1-F0C56600CE9A}"/>
              </a:ext>
            </a:extLst>
          </p:cNvPr>
          <p:cNvSpPr/>
          <p:nvPr/>
        </p:nvSpPr>
        <p:spPr>
          <a:xfrm>
            <a:off x="3503517" y="396895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8" name="矩形 217">
            <a:extLst>
              <a:ext uri="{FF2B5EF4-FFF2-40B4-BE49-F238E27FC236}">
                <a16:creationId xmlns:a16="http://schemas.microsoft.com/office/drawing/2014/main" id="{4160157A-8547-0997-CE93-3D6917B5222F}"/>
              </a:ext>
            </a:extLst>
          </p:cNvPr>
          <p:cNvSpPr/>
          <p:nvPr/>
        </p:nvSpPr>
        <p:spPr>
          <a:xfrm>
            <a:off x="3503517" y="414886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9" name="矩形 218">
            <a:extLst>
              <a:ext uri="{FF2B5EF4-FFF2-40B4-BE49-F238E27FC236}">
                <a16:creationId xmlns:a16="http://schemas.microsoft.com/office/drawing/2014/main" id="{99431722-A366-76BF-8BA8-F099EEA4664C}"/>
              </a:ext>
            </a:extLst>
          </p:cNvPr>
          <p:cNvSpPr/>
          <p:nvPr/>
        </p:nvSpPr>
        <p:spPr>
          <a:xfrm>
            <a:off x="3503517" y="432886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0" name="矩形 219">
            <a:extLst>
              <a:ext uri="{FF2B5EF4-FFF2-40B4-BE49-F238E27FC236}">
                <a16:creationId xmlns:a16="http://schemas.microsoft.com/office/drawing/2014/main" id="{AF013EDC-71EA-169E-9A67-1A40C77BD0E7}"/>
              </a:ext>
            </a:extLst>
          </p:cNvPr>
          <p:cNvSpPr/>
          <p:nvPr/>
        </p:nvSpPr>
        <p:spPr>
          <a:xfrm>
            <a:off x="3503517" y="450868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1" name="矩形 220">
            <a:extLst>
              <a:ext uri="{FF2B5EF4-FFF2-40B4-BE49-F238E27FC236}">
                <a16:creationId xmlns:a16="http://schemas.microsoft.com/office/drawing/2014/main" id="{906F006B-3E3B-F99C-EC59-047A7DCE7C8A}"/>
              </a:ext>
            </a:extLst>
          </p:cNvPr>
          <p:cNvSpPr/>
          <p:nvPr/>
        </p:nvSpPr>
        <p:spPr>
          <a:xfrm>
            <a:off x="982280" y="5048505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2" name="矩形 221">
            <a:extLst>
              <a:ext uri="{FF2B5EF4-FFF2-40B4-BE49-F238E27FC236}">
                <a16:creationId xmlns:a16="http://schemas.microsoft.com/office/drawing/2014/main" id="{EBEB2BBB-C078-8BDB-2482-E7486748EEB6}"/>
              </a:ext>
            </a:extLst>
          </p:cNvPr>
          <p:cNvSpPr/>
          <p:nvPr/>
        </p:nvSpPr>
        <p:spPr>
          <a:xfrm>
            <a:off x="1162280" y="52285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3" name="矩形 222">
            <a:extLst>
              <a:ext uri="{FF2B5EF4-FFF2-40B4-BE49-F238E27FC236}">
                <a16:creationId xmlns:a16="http://schemas.microsoft.com/office/drawing/2014/main" id="{5641D6EC-7C6C-3B5E-7E74-B9C32C56EEC1}"/>
              </a:ext>
            </a:extLst>
          </p:cNvPr>
          <p:cNvSpPr/>
          <p:nvPr/>
        </p:nvSpPr>
        <p:spPr>
          <a:xfrm>
            <a:off x="1342280" y="522868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4" name="矩形 223">
            <a:extLst>
              <a:ext uri="{FF2B5EF4-FFF2-40B4-BE49-F238E27FC236}">
                <a16:creationId xmlns:a16="http://schemas.microsoft.com/office/drawing/2014/main" id="{074BAE38-9BB2-8734-9008-D1F1A7890076}"/>
              </a:ext>
            </a:extLst>
          </p:cNvPr>
          <p:cNvSpPr/>
          <p:nvPr/>
        </p:nvSpPr>
        <p:spPr>
          <a:xfrm>
            <a:off x="1522280" y="52285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5" name="矩形 224">
            <a:extLst>
              <a:ext uri="{FF2B5EF4-FFF2-40B4-BE49-F238E27FC236}">
                <a16:creationId xmlns:a16="http://schemas.microsoft.com/office/drawing/2014/main" id="{661CB20B-BBBA-F08E-062E-AA63AED4C0C7}"/>
              </a:ext>
            </a:extLst>
          </p:cNvPr>
          <p:cNvSpPr/>
          <p:nvPr/>
        </p:nvSpPr>
        <p:spPr>
          <a:xfrm>
            <a:off x="1162280" y="54085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矩形 225">
            <a:extLst>
              <a:ext uri="{FF2B5EF4-FFF2-40B4-BE49-F238E27FC236}">
                <a16:creationId xmlns:a16="http://schemas.microsoft.com/office/drawing/2014/main" id="{19808437-14FC-4B0B-EB81-5B8769096992}"/>
              </a:ext>
            </a:extLst>
          </p:cNvPr>
          <p:cNvSpPr/>
          <p:nvPr/>
        </p:nvSpPr>
        <p:spPr>
          <a:xfrm>
            <a:off x="1522280" y="54085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7" name="矩形 226">
            <a:extLst>
              <a:ext uri="{FF2B5EF4-FFF2-40B4-BE49-F238E27FC236}">
                <a16:creationId xmlns:a16="http://schemas.microsoft.com/office/drawing/2014/main" id="{B6CD1910-3453-6253-95D0-B91E0050AE7D}"/>
              </a:ext>
            </a:extLst>
          </p:cNvPr>
          <p:cNvSpPr/>
          <p:nvPr/>
        </p:nvSpPr>
        <p:spPr>
          <a:xfrm>
            <a:off x="1162280" y="558850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8" name="矩形 227">
            <a:extLst>
              <a:ext uri="{FF2B5EF4-FFF2-40B4-BE49-F238E27FC236}">
                <a16:creationId xmlns:a16="http://schemas.microsoft.com/office/drawing/2014/main" id="{96A4C307-9E98-671B-D269-BE1E0952FE0A}"/>
              </a:ext>
            </a:extLst>
          </p:cNvPr>
          <p:cNvSpPr/>
          <p:nvPr/>
        </p:nvSpPr>
        <p:spPr>
          <a:xfrm>
            <a:off x="1342280" y="55885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9" name="矩形 228">
            <a:extLst>
              <a:ext uri="{FF2B5EF4-FFF2-40B4-BE49-F238E27FC236}">
                <a16:creationId xmlns:a16="http://schemas.microsoft.com/office/drawing/2014/main" id="{F0840DE1-F1C8-8ED2-D3AB-A84F8E4F6E27}"/>
              </a:ext>
            </a:extLst>
          </p:cNvPr>
          <p:cNvSpPr/>
          <p:nvPr/>
        </p:nvSpPr>
        <p:spPr>
          <a:xfrm>
            <a:off x="1162280" y="576837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0" name="矩形 229">
            <a:extLst>
              <a:ext uri="{FF2B5EF4-FFF2-40B4-BE49-F238E27FC236}">
                <a16:creationId xmlns:a16="http://schemas.microsoft.com/office/drawing/2014/main" id="{613B3938-BE0B-9520-03A7-DDC7B66C2FD5}"/>
              </a:ext>
            </a:extLst>
          </p:cNvPr>
          <p:cNvSpPr/>
          <p:nvPr/>
        </p:nvSpPr>
        <p:spPr>
          <a:xfrm>
            <a:off x="1522280" y="576850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1" name="矩形 230">
            <a:extLst>
              <a:ext uri="{FF2B5EF4-FFF2-40B4-BE49-F238E27FC236}">
                <a16:creationId xmlns:a16="http://schemas.microsoft.com/office/drawing/2014/main" id="{BD1A7651-1150-67AA-C19C-5826F62E729D}"/>
              </a:ext>
            </a:extLst>
          </p:cNvPr>
          <p:cNvSpPr/>
          <p:nvPr/>
        </p:nvSpPr>
        <p:spPr>
          <a:xfrm>
            <a:off x="1162280" y="594832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2" name="矩形 231">
            <a:extLst>
              <a:ext uri="{FF2B5EF4-FFF2-40B4-BE49-F238E27FC236}">
                <a16:creationId xmlns:a16="http://schemas.microsoft.com/office/drawing/2014/main" id="{63F5F674-A245-50BF-5363-6F8E0D41846F}"/>
              </a:ext>
            </a:extLst>
          </p:cNvPr>
          <p:cNvSpPr/>
          <p:nvPr/>
        </p:nvSpPr>
        <p:spPr>
          <a:xfrm>
            <a:off x="1522280" y="594832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3" name="矩形 232">
            <a:extLst>
              <a:ext uri="{FF2B5EF4-FFF2-40B4-BE49-F238E27FC236}">
                <a16:creationId xmlns:a16="http://schemas.microsoft.com/office/drawing/2014/main" id="{186C8C07-9214-DB52-859F-ECF6492F5755}"/>
              </a:ext>
            </a:extLst>
          </p:cNvPr>
          <p:cNvSpPr/>
          <p:nvPr/>
        </p:nvSpPr>
        <p:spPr>
          <a:xfrm>
            <a:off x="1702280" y="5048505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4" name="矩形 233">
            <a:extLst>
              <a:ext uri="{FF2B5EF4-FFF2-40B4-BE49-F238E27FC236}">
                <a16:creationId xmlns:a16="http://schemas.microsoft.com/office/drawing/2014/main" id="{DAA3A17A-3351-65A9-ADEE-D9CC8A21F1B4}"/>
              </a:ext>
            </a:extLst>
          </p:cNvPr>
          <p:cNvSpPr/>
          <p:nvPr/>
        </p:nvSpPr>
        <p:spPr>
          <a:xfrm>
            <a:off x="1882280" y="522886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5" name="矩形 234">
            <a:extLst>
              <a:ext uri="{FF2B5EF4-FFF2-40B4-BE49-F238E27FC236}">
                <a16:creationId xmlns:a16="http://schemas.microsoft.com/office/drawing/2014/main" id="{790490FA-12DA-0E90-0ADA-CD43725FB058}"/>
              </a:ext>
            </a:extLst>
          </p:cNvPr>
          <p:cNvSpPr/>
          <p:nvPr/>
        </p:nvSpPr>
        <p:spPr>
          <a:xfrm>
            <a:off x="2062280" y="522895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6" name="矩形 235">
            <a:extLst>
              <a:ext uri="{FF2B5EF4-FFF2-40B4-BE49-F238E27FC236}">
                <a16:creationId xmlns:a16="http://schemas.microsoft.com/office/drawing/2014/main" id="{776AF8C9-364C-9C36-3CB8-2AC765903A59}"/>
              </a:ext>
            </a:extLst>
          </p:cNvPr>
          <p:cNvSpPr/>
          <p:nvPr/>
        </p:nvSpPr>
        <p:spPr>
          <a:xfrm>
            <a:off x="2242280" y="522886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7" name="矩形 236">
            <a:extLst>
              <a:ext uri="{FF2B5EF4-FFF2-40B4-BE49-F238E27FC236}">
                <a16:creationId xmlns:a16="http://schemas.microsoft.com/office/drawing/2014/main" id="{AF7FB9A4-6C6C-EA9E-8253-9B4AE801790D}"/>
              </a:ext>
            </a:extLst>
          </p:cNvPr>
          <p:cNvSpPr/>
          <p:nvPr/>
        </p:nvSpPr>
        <p:spPr>
          <a:xfrm>
            <a:off x="2062280" y="540895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8" name="矩形 237">
            <a:extLst>
              <a:ext uri="{FF2B5EF4-FFF2-40B4-BE49-F238E27FC236}">
                <a16:creationId xmlns:a16="http://schemas.microsoft.com/office/drawing/2014/main" id="{C686E2A6-4579-AAD4-E906-E926C9BD8BA6}"/>
              </a:ext>
            </a:extLst>
          </p:cNvPr>
          <p:cNvSpPr/>
          <p:nvPr/>
        </p:nvSpPr>
        <p:spPr>
          <a:xfrm>
            <a:off x="2062280" y="558886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矩形 238">
            <a:extLst>
              <a:ext uri="{FF2B5EF4-FFF2-40B4-BE49-F238E27FC236}">
                <a16:creationId xmlns:a16="http://schemas.microsoft.com/office/drawing/2014/main" id="{A0BD158B-C6E5-E3DC-F968-1A42A7545046}"/>
              </a:ext>
            </a:extLst>
          </p:cNvPr>
          <p:cNvSpPr/>
          <p:nvPr/>
        </p:nvSpPr>
        <p:spPr>
          <a:xfrm>
            <a:off x="2062280" y="576886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0" name="矩形 239">
            <a:extLst>
              <a:ext uri="{FF2B5EF4-FFF2-40B4-BE49-F238E27FC236}">
                <a16:creationId xmlns:a16="http://schemas.microsoft.com/office/drawing/2014/main" id="{F937CD06-F940-88B7-3526-2431147B5208}"/>
              </a:ext>
            </a:extLst>
          </p:cNvPr>
          <p:cNvSpPr/>
          <p:nvPr/>
        </p:nvSpPr>
        <p:spPr>
          <a:xfrm>
            <a:off x="1882280" y="59485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1" name="矩形 240">
            <a:extLst>
              <a:ext uri="{FF2B5EF4-FFF2-40B4-BE49-F238E27FC236}">
                <a16:creationId xmlns:a16="http://schemas.microsoft.com/office/drawing/2014/main" id="{D29A442D-0434-90BC-64CC-1CE33CCE231E}"/>
              </a:ext>
            </a:extLst>
          </p:cNvPr>
          <p:cNvSpPr/>
          <p:nvPr/>
        </p:nvSpPr>
        <p:spPr>
          <a:xfrm>
            <a:off x="2062280" y="594868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2" name="矩形 241">
            <a:extLst>
              <a:ext uri="{FF2B5EF4-FFF2-40B4-BE49-F238E27FC236}">
                <a16:creationId xmlns:a16="http://schemas.microsoft.com/office/drawing/2014/main" id="{B8DDE92F-9B5E-0179-3867-9EE2B0959FBE}"/>
              </a:ext>
            </a:extLst>
          </p:cNvPr>
          <p:cNvSpPr/>
          <p:nvPr/>
        </p:nvSpPr>
        <p:spPr>
          <a:xfrm>
            <a:off x="2242280" y="59485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3" name="矩形 242">
            <a:extLst>
              <a:ext uri="{FF2B5EF4-FFF2-40B4-BE49-F238E27FC236}">
                <a16:creationId xmlns:a16="http://schemas.microsoft.com/office/drawing/2014/main" id="{8C1D27AC-DC7B-FE5A-8DB1-73FA81494516}"/>
              </a:ext>
            </a:extLst>
          </p:cNvPr>
          <p:cNvSpPr/>
          <p:nvPr/>
        </p:nvSpPr>
        <p:spPr>
          <a:xfrm>
            <a:off x="2422280" y="5048369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4" name="矩形 243">
            <a:extLst>
              <a:ext uri="{FF2B5EF4-FFF2-40B4-BE49-F238E27FC236}">
                <a16:creationId xmlns:a16="http://schemas.microsoft.com/office/drawing/2014/main" id="{9224A9EB-6982-384A-A35E-0061BB8AA779}"/>
              </a:ext>
            </a:extLst>
          </p:cNvPr>
          <p:cNvSpPr/>
          <p:nvPr/>
        </p:nvSpPr>
        <p:spPr>
          <a:xfrm>
            <a:off x="2602280" y="5228369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矩形 244">
            <a:extLst>
              <a:ext uri="{FF2B5EF4-FFF2-40B4-BE49-F238E27FC236}">
                <a16:creationId xmlns:a16="http://schemas.microsoft.com/office/drawing/2014/main" id="{2DEFC65F-82F5-E786-B4AE-625109A98B25}"/>
              </a:ext>
            </a:extLst>
          </p:cNvPr>
          <p:cNvSpPr/>
          <p:nvPr/>
        </p:nvSpPr>
        <p:spPr>
          <a:xfrm>
            <a:off x="2782280" y="5228459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矩形 245">
            <a:extLst>
              <a:ext uri="{FF2B5EF4-FFF2-40B4-BE49-F238E27FC236}">
                <a16:creationId xmlns:a16="http://schemas.microsoft.com/office/drawing/2014/main" id="{C96152B7-7178-80C9-0BAD-A77DA950C61D}"/>
              </a:ext>
            </a:extLst>
          </p:cNvPr>
          <p:cNvSpPr/>
          <p:nvPr/>
        </p:nvSpPr>
        <p:spPr>
          <a:xfrm>
            <a:off x="2962280" y="5228369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7" name="矩形 246">
            <a:extLst>
              <a:ext uri="{FF2B5EF4-FFF2-40B4-BE49-F238E27FC236}">
                <a16:creationId xmlns:a16="http://schemas.microsoft.com/office/drawing/2014/main" id="{12F7E235-9CC6-FE53-2C99-E679B963B356}"/>
              </a:ext>
            </a:extLst>
          </p:cNvPr>
          <p:cNvSpPr/>
          <p:nvPr/>
        </p:nvSpPr>
        <p:spPr>
          <a:xfrm>
            <a:off x="2602280" y="5408369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矩形 247">
            <a:extLst>
              <a:ext uri="{FF2B5EF4-FFF2-40B4-BE49-F238E27FC236}">
                <a16:creationId xmlns:a16="http://schemas.microsoft.com/office/drawing/2014/main" id="{D23D8642-D5C3-1589-8178-B437B863F3B7}"/>
              </a:ext>
            </a:extLst>
          </p:cNvPr>
          <p:cNvSpPr/>
          <p:nvPr/>
        </p:nvSpPr>
        <p:spPr>
          <a:xfrm>
            <a:off x="2602280" y="5588279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9" name="矩形 248">
            <a:extLst>
              <a:ext uri="{FF2B5EF4-FFF2-40B4-BE49-F238E27FC236}">
                <a16:creationId xmlns:a16="http://schemas.microsoft.com/office/drawing/2014/main" id="{B0C6D372-3011-8D2B-F955-9D73D2F11F66}"/>
              </a:ext>
            </a:extLst>
          </p:cNvPr>
          <p:cNvSpPr/>
          <p:nvPr/>
        </p:nvSpPr>
        <p:spPr>
          <a:xfrm>
            <a:off x="2602280" y="5768279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0" name="矩形 249">
            <a:extLst>
              <a:ext uri="{FF2B5EF4-FFF2-40B4-BE49-F238E27FC236}">
                <a16:creationId xmlns:a16="http://schemas.microsoft.com/office/drawing/2014/main" id="{37DAF48F-D662-DC38-C294-2CFF05429664}"/>
              </a:ext>
            </a:extLst>
          </p:cNvPr>
          <p:cNvSpPr/>
          <p:nvPr/>
        </p:nvSpPr>
        <p:spPr>
          <a:xfrm>
            <a:off x="2962280" y="5768279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1" name="矩形 250">
            <a:extLst>
              <a:ext uri="{FF2B5EF4-FFF2-40B4-BE49-F238E27FC236}">
                <a16:creationId xmlns:a16="http://schemas.microsoft.com/office/drawing/2014/main" id="{BA0655A0-FE4B-9EA8-0C61-4880753293D4}"/>
              </a:ext>
            </a:extLst>
          </p:cNvPr>
          <p:cNvSpPr/>
          <p:nvPr/>
        </p:nvSpPr>
        <p:spPr>
          <a:xfrm>
            <a:off x="2602280" y="5948099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2" name="矩形 251">
            <a:extLst>
              <a:ext uri="{FF2B5EF4-FFF2-40B4-BE49-F238E27FC236}">
                <a16:creationId xmlns:a16="http://schemas.microsoft.com/office/drawing/2014/main" id="{2DAC92B0-B35D-D520-6206-AAB6056A7B14}"/>
              </a:ext>
            </a:extLst>
          </p:cNvPr>
          <p:cNvSpPr/>
          <p:nvPr/>
        </p:nvSpPr>
        <p:spPr>
          <a:xfrm>
            <a:off x="2782280" y="5948189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3" name="矩形 252">
            <a:extLst>
              <a:ext uri="{FF2B5EF4-FFF2-40B4-BE49-F238E27FC236}">
                <a16:creationId xmlns:a16="http://schemas.microsoft.com/office/drawing/2014/main" id="{AE00EF90-5078-A46B-2C5C-C1ED6508AF15}"/>
              </a:ext>
            </a:extLst>
          </p:cNvPr>
          <p:cNvSpPr/>
          <p:nvPr/>
        </p:nvSpPr>
        <p:spPr>
          <a:xfrm>
            <a:off x="2962280" y="5948099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矩形 265">
            <a:extLst>
              <a:ext uri="{FF2B5EF4-FFF2-40B4-BE49-F238E27FC236}">
                <a16:creationId xmlns:a16="http://schemas.microsoft.com/office/drawing/2014/main" id="{5964D8FF-646C-3D85-3C95-12A2D1BA8F3B}"/>
              </a:ext>
            </a:extLst>
          </p:cNvPr>
          <p:cNvSpPr/>
          <p:nvPr/>
        </p:nvSpPr>
        <p:spPr>
          <a:xfrm>
            <a:off x="3142280" y="5050275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7" name="矩形 266">
            <a:extLst>
              <a:ext uri="{FF2B5EF4-FFF2-40B4-BE49-F238E27FC236}">
                <a16:creationId xmlns:a16="http://schemas.microsoft.com/office/drawing/2014/main" id="{7D70A628-AC9B-72D3-D29B-2378EBF1F5E6}"/>
              </a:ext>
            </a:extLst>
          </p:cNvPr>
          <p:cNvSpPr/>
          <p:nvPr/>
        </p:nvSpPr>
        <p:spPr>
          <a:xfrm>
            <a:off x="3324752" y="523018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8" name="矩形 267">
            <a:extLst>
              <a:ext uri="{FF2B5EF4-FFF2-40B4-BE49-F238E27FC236}">
                <a16:creationId xmlns:a16="http://schemas.microsoft.com/office/drawing/2014/main" id="{E370AF95-25B7-0DDE-5CE6-877E1ECB9CEA}"/>
              </a:ext>
            </a:extLst>
          </p:cNvPr>
          <p:cNvSpPr/>
          <p:nvPr/>
        </p:nvSpPr>
        <p:spPr>
          <a:xfrm>
            <a:off x="3684752" y="523018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9" name="矩形 268">
            <a:extLst>
              <a:ext uri="{FF2B5EF4-FFF2-40B4-BE49-F238E27FC236}">
                <a16:creationId xmlns:a16="http://schemas.microsoft.com/office/drawing/2014/main" id="{23E9B530-A925-750D-AB2F-905291A52792}"/>
              </a:ext>
            </a:extLst>
          </p:cNvPr>
          <p:cNvSpPr/>
          <p:nvPr/>
        </p:nvSpPr>
        <p:spPr>
          <a:xfrm>
            <a:off x="3324752" y="541018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0" name="矩形 269">
            <a:extLst>
              <a:ext uri="{FF2B5EF4-FFF2-40B4-BE49-F238E27FC236}">
                <a16:creationId xmlns:a16="http://schemas.microsoft.com/office/drawing/2014/main" id="{056A6D08-D709-0A1D-646D-06D4F701B687}"/>
              </a:ext>
            </a:extLst>
          </p:cNvPr>
          <p:cNvSpPr/>
          <p:nvPr/>
        </p:nvSpPr>
        <p:spPr>
          <a:xfrm>
            <a:off x="3684752" y="541018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1" name="矩形 270">
            <a:extLst>
              <a:ext uri="{FF2B5EF4-FFF2-40B4-BE49-F238E27FC236}">
                <a16:creationId xmlns:a16="http://schemas.microsoft.com/office/drawing/2014/main" id="{72E335A8-9F86-162B-505F-3A61BD081D44}"/>
              </a:ext>
            </a:extLst>
          </p:cNvPr>
          <p:cNvSpPr/>
          <p:nvPr/>
        </p:nvSpPr>
        <p:spPr>
          <a:xfrm>
            <a:off x="3324752" y="55900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2" name="矩形 271">
            <a:extLst>
              <a:ext uri="{FF2B5EF4-FFF2-40B4-BE49-F238E27FC236}">
                <a16:creationId xmlns:a16="http://schemas.microsoft.com/office/drawing/2014/main" id="{32347CB0-35E6-CED4-99C0-CF8552C3AF3D}"/>
              </a:ext>
            </a:extLst>
          </p:cNvPr>
          <p:cNvSpPr/>
          <p:nvPr/>
        </p:nvSpPr>
        <p:spPr>
          <a:xfrm>
            <a:off x="3504752" y="559018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3" name="矩形 272">
            <a:extLst>
              <a:ext uri="{FF2B5EF4-FFF2-40B4-BE49-F238E27FC236}">
                <a16:creationId xmlns:a16="http://schemas.microsoft.com/office/drawing/2014/main" id="{A169FFF2-4482-6E24-06DA-8FE1447A2E12}"/>
              </a:ext>
            </a:extLst>
          </p:cNvPr>
          <p:cNvSpPr/>
          <p:nvPr/>
        </p:nvSpPr>
        <p:spPr>
          <a:xfrm>
            <a:off x="3684752" y="55900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4" name="矩形 273">
            <a:extLst>
              <a:ext uri="{FF2B5EF4-FFF2-40B4-BE49-F238E27FC236}">
                <a16:creationId xmlns:a16="http://schemas.microsoft.com/office/drawing/2014/main" id="{C6044823-7F99-775F-E858-8E67677CA923}"/>
              </a:ext>
            </a:extLst>
          </p:cNvPr>
          <p:cNvSpPr/>
          <p:nvPr/>
        </p:nvSpPr>
        <p:spPr>
          <a:xfrm>
            <a:off x="3324752" y="576996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5" name="矩形 274">
            <a:extLst>
              <a:ext uri="{FF2B5EF4-FFF2-40B4-BE49-F238E27FC236}">
                <a16:creationId xmlns:a16="http://schemas.microsoft.com/office/drawing/2014/main" id="{F1307A8D-2DE5-5502-1276-9B4A1F4B0FF4}"/>
              </a:ext>
            </a:extLst>
          </p:cNvPr>
          <p:cNvSpPr/>
          <p:nvPr/>
        </p:nvSpPr>
        <p:spPr>
          <a:xfrm>
            <a:off x="3684752" y="577009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6" name="矩形 275">
            <a:extLst>
              <a:ext uri="{FF2B5EF4-FFF2-40B4-BE49-F238E27FC236}">
                <a16:creationId xmlns:a16="http://schemas.microsoft.com/office/drawing/2014/main" id="{86460D7E-0475-C470-8C35-E4319A0575FA}"/>
              </a:ext>
            </a:extLst>
          </p:cNvPr>
          <p:cNvSpPr/>
          <p:nvPr/>
        </p:nvSpPr>
        <p:spPr>
          <a:xfrm>
            <a:off x="3324752" y="594991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7" name="矩形 276">
            <a:extLst>
              <a:ext uri="{FF2B5EF4-FFF2-40B4-BE49-F238E27FC236}">
                <a16:creationId xmlns:a16="http://schemas.microsoft.com/office/drawing/2014/main" id="{3A6DDB10-DAE0-C513-CAD1-05D3B4FA918B}"/>
              </a:ext>
            </a:extLst>
          </p:cNvPr>
          <p:cNvSpPr/>
          <p:nvPr/>
        </p:nvSpPr>
        <p:spPr>
          <a:xfrm>
            <a:off x="3684752" y="594991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8" name="矩形 277">
            <a:extLst>
              <a:ext uri="{FF2B5EF4-FFF2-40B4-BE49-F238E27FC236}">
                <a16:creationId xmlns:a16="http://schemas.microsoft.com/office/drawing/2014/main" id="{A48272A0-E71E-CDA0-F8C7-CF6651FE7DEC}"/>
              </a:ext>
            </a:extLst>
          </p:cNvPr>
          <p:cNvSpPr/>
          <p:nvPr/>
        </p:nvSpPr>
        <p:spPr>
          <a:xfrm>
            <a:off x="3866675" y="5051129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9" name="矩形 278">
            <a:extLst>
              <a:ext uri="{FF2B5EF4-FFF2-40B4-BE49-F238E27FC236}">
                <a16:creationId xmlns:a16="http://schemas.microsoft.com/office/drawing/2014/main" id="{A5ABAD46-92D8-5A47-DCBA-A54947BBD64E}"/>
              </a:ext>
            </a:extLst>
          </p:cNvPr>
          <p:cNvSpPr/>
          <p:nvPr/>
        </p:nvSpPr>
        <p:spPr>
          <a:xfrm>
            <a:off x="4047912" y="5231039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0" name="矩形 279">
            <a:extLst>
              <a:ext uri="{FF2B5EF4-FFF2-40B4-BE49-F238E27FC236}">
                <a16:creationId xmlns:a16="http://schemas.microsoft.com/office/drawing/2014/main" id="{F3CB4271-6AD1-1952-444A-A3076CF14DE6}"/>
              </a:ext>
            </a:extLst>
          </p:cNvPr>
          <p:cNvSpPr/>
          <p:nvPr/>
        </p:nvSpPr>
        <p:spPr>
          <a:xfrm>
            <a:off x="4227912" y="5231129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1" name="矩形 280">
            <a:extLst>
              <a:ext uri="{FF2B5EF4-FFF2-40B4-BE49-F238E27FC236}">
                <a16:creationId xmlns:a16="http://schemas.microsoft.com/office/drawing/2014/main" id="{7E756779-F552-954B-8D09-59E2B51D254E}"/>
              </a:ext>
            </a:extLst>
          </p:cNvPr>
          <p:cNvSpPr/>
          <p:nvPr/>
        </p:nvSpPr>
        <p:spPr>
          <a:xfrm>
            <a:off x="4407912" y="5231039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2" name="矩形 281">
            <a:extLst>
              <a:ext uri="{FF2B5EF4-FFF2-40B4-BE49-F238E27FC236}">
                <a16:creationId xmlns:a16="http://schemas.microsoft.com/office/drawing/2014/main" id="{D2A4811C-DD90-0B50-9614-018CBC8DB3DF}"/>
              </a:ext>
            </a:extLst>
          </p:cNvPr>
          <p:cNvSpPr/>
          <p:nvPr/>
        </p:nvSpPr>
        <p:spPr>
          <a:xfrm>
            <a:off x="4227912" y="5411129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3" name="矩形 282">
            <a:extLst>
              <a:ext uri="{FF2B5EF4-FFF2-40B4-BE49-F238E27FC236}">
                <a16:creationId xmlns:a16="http://schemas.microsoft.com/office/drawing/2014/main" id="{62B25996-5951-C11A-421B-F00EE7682303}"/>
              </a:ext>
            </a:extLst>
          </p:cNvPr>
          <p:cNvSpPr/>
          <p:nvPr/>
        </p:nvSpPr>
        <p:spPr>
          <a:xfrm>
            <a:off x="4227912" y="5591039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4" name="矩形 283">
            <a:extLst>
              <a:ext uri="{FF2B5EF4-FFF2-40B4-BE49-F238E27FC236}">
                <a16:creationId xmlns:a16="http://schemas.microsoft.com/office/drawing/2014/main" id="{F723F379-EC79-8D2C-A92B-91B6839B071D}"/>
              </a:ext>
            </a:extLst>
          </p:cNvPr>
          <p:cNvSpPr/>
          <p:nvPr/>
        </p:nvSpPr>
        <p:spPr>
          <a:xfrm>
            <a:off x="4227912" y="5771039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5" name="矩形 284">
            <a:extLst>
              <a:ext uri="{FF2B5EF4-FFF2-40B4-BE49-F238E27FC236}">
                <a16:creationId xmlns:a16="http://schemas.microsoft.com/office/drawing/2014/main" id="{71E3B540-AF61-A172-A27B-0D03396CB968}"/>
              </a:ext>
            </a:extLst>
          </p:cNvPr>
          <p:cNvSpPr/>
          <p:nvPr/>
        </p:nvSpPr>
        <p:spPr>
          <a:xfrm>
            <a:off x="4227912" y="5950859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6" name="矩形 285">
            <a:extLst>
              <a:ext uri="{FF2B5EF4-FFF2-40B4-BE49-F238E27FC236}">
                <a16:creationId xmlns:a16="http://schemas.microsoft.com/office/drawing/2014/main" id="{ED7C7F49-0517-3754-8D88-5DC8148638A8}"/>
              </a:ext>
            </a:extLst>
          </p:cNvPr>
          <p:cNvSpPr/>
          <p:nvPr/>
        </p:nvSpPr>
        <p:spPr>
          <a:xfrm>
            <a:off x="6096000" y="728762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7" name="矩形 286">
            <a:extLst>
              <a:ext uri="{FF2B5EF4-FFF2-40B4-BE49-F238E27FC236}">
                <a16:creationId xmlns:a16="http://schemas.microsoft.com/office/drawing/2014/main" id="{D72A040E-24A8-0FA9-3354-5EEF2455B538}"/>
              </a:ext>
            </a:extLst>
          </p:cNvPr>
          <p:cNvSpPr/>
          <p:nvPr/>
        </p:nvSpPr>
        <p:spPr>
          <a:xfrm>
            <a:off x="6276000" y="90885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8" name="矩形 287">
            <a:extLst>
              <a:ext uri="{FF2B5EF4-FFF2-40B4-BE49-F238E27FC236}">
                <a16:creationId xmlns:a16="http://schemas.microsoft.com/office/drawing/2014/main" id="{AD85F71B-1D00-26F0-45C0-F7EC49D986C5}"/>
              </a:ext>
            </a:extLst>
          </p:cNvPr>
          <p:cNvSpPr/>
          <p:nvPr/>
        </p:nvSpPr>
        <p:spPr>
          <a:xfrm>
            <a:off x="6456000" y="90894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9" name="矩形 288">
            <a:extLst>
              <a:ext uri="{FF2B5EF4-FFF2-40B4-BE49-F238E27FC236}">
                <a16:creationId xmlns:a16="http://schemas.microsoft.com/office/drawing/2014/main" id="{C14D46C8-C340-BDD9-CF4F-B02AC37CC3C9}"/>
              </a:ext>
            </a:extLst>
          </p:cNvPr>
          <p:cNvSpPr/>
          <p:nvPr/>
        </p:nvSpPr>
        <p:spPr>
          <a:xfrm>
            <a:off x="6636000" y="90885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0" name="矩形 289">
            <a:extLst>
              <a:ext uri="{FF2B5EF4-FFF2-40B4-BE49-F238E27FC236}">
                <a16:creationId xmlns:a16="http://schemas.microsoft.com/office/drawing/2014/main" id="{4E8C5563-3540-BA29-FF38-EE42423535F6}"/>
              </a:ext>
            </a:extLst>
          </p:cNvPr>
          <p:cNvSpPr/>
          <p:nvPr/>
        </p:nvSpPr>
        <p:spPr>
          <a:xfrm>
            <a:off x="6276000" y="108885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1" name="矩形 290">
            <a:extLst>
              <a:ext uri="{FF2B5EF4-FFF2-40B4-BE49-F238E27FC236}">
                <a16:creationId xmlns:a16="http://schemas.microsoft.com/office/drawing/2014/main" id="{E9EF1942-620A-E468-17ED-D36A64E40094}"/>
              </a:ext>
            </a:extLst>
          </p:cNvPr>
          <p:cNvSpPr/>
          <p:nvPr/>
        </p:nvSpPr>
        <p:spPr>
          <a:xfrm>
            <a:off x="6636000" y="108885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2" name="矩形 291">
            <a:extLst>
              <a:ext uri="{FF2B5EF4-FFF2-40B4-BE49-F238E27FC236}">
                <a16:creationId xmlns:a16="http://schemas.microsoft.com/office/drawing/2014/main" id="{03FF57CE-0B2C-9636-A632-63B23F58330D}"/>
              </a:ext>
            </a:extLst>
          </p:cNvPr>
          <p:cNvSpPr/>
          <p:nvPr/>
        </p:nvSpPr>
        <p:spPr>
          <a:xfrm>
            <a:off x="6276000" y="126876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3" name="矩形 292">
            <a:extLst>
              <a:ext uri="{FF2B5EF4-FFF2-40B4-BE49-F238E27FC236}">
                <a16:creationId xmlns:a16="http://schemas.microsoft.com/office/drawing/2014/main" id="{7C059EA7-A182-5418-ED92-2E6EE4623A27}"/>
              </a:ext>
            </a:extLst>
          </p:cNvPr>
          <p:cNvSpPr/>
          <p:nvPr/>
        </p:nvSpPr>
        <p:spPr>
          <a:xfrm>
            <a:off x="6456000" y="126885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4" name="矩形 293">
            <a:extLst>
              <a:ext uri="{FF2B5EF4-FFF2-40B4-BE49-F238E27FC236}">
                <a16:creationId xmlns:a16="http://schemas.microsoft.com/office/drawing/2014/main" id="{3C2D82E7-ED5E-84D5-8A45-41572F67D460}"/>
              </a:ext>
            </a:extLst>
          </p:cNvPr>
          <p:cNvSpPr/>
          <p:nvPr/>
        </p:nvSpPr>
        <p:spPr>
          <a:xfrm>
            <a:off x="6276000" y="1448627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5" name="矩形 294">
            <a:extLst>
              <a:ext uri="{FF2B5EF4-FFF2-40B4-BE49-F238E27FC236}">
                <a16:creationId xmlns:a16="http://schemas.microsoft.com/office/drawing/2014/main" id="{5C2B3474-4128-F145-15A0-4F3304800A91}"/>
              </a:ext>
            </a:extLst>
          </p:cNvPr>
          <p:cNvSpPr/>
          <p:nvPr/>
        </p:nvSpPr>
        <p:spPr>
          <a:xfrm>
            <a:off x="6636000" y="144876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6" name="矩形 295">
            <a:extLst>
              <a:ext uri="{FF2B5EF4-FFF2-40B4-BE49-F238E27FC236}">
                <a16:creationId xmlns:a16="http://schemas.microsoft.com/office/drawing/2014/main" id="{9E7DCC40-D763-E971-C6C3-86A80F34AF0D}"/>
              </a:ext>
            </a:extLst>
          </p:cNvPr>
          <p:cNvSpPr/>
          <p:nvPr/>
        </p:nvSpPr>
        <p:spPr>
          <a:xfrm>
            <a:off x="6276000" y="162858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7" name="矩形 296">
            <a:extLst>
              <a:ext uri="{FF2B5EF4-FFF2-40B4-BE49-F238E27FC236}">
                <a16:creationId xmlns:a16="http://schemas.microsoft.com/office/drawing/2014/main" id="{F809B5D1-48E8-54B9-E834-FE56DA930D72}"/>
              </a:ext>
            </a:extLst>
          </p:cNvPr>
          <p:cNvSpPr/>
          <p:nvPr/>
        </p:nvSpPr>
        <p:spPr>
          <a:xfrm>
            <a:off x="6636000" y="162858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8" name="矩形 297">
            <a:extLst>
              <a:ext uri="{FF2B5EF4-FFF2-40B4-BE49-F238E27FC236}">
                <a16:creationId xmlns:a16="http://schemas.microsoft.com/office/drawing/2014/main" id="{60F14D06-2C63-8623-A45A-709992A2EE4A}"/>
              </a:ext>
            </a:extLst>
          </p:cNvPr>
          <p:cNvSpPr/>
          <p:nvPr/>
        </p:nvSpPr>
        <p:spPr>
          <a:xfrm>
            <a:off x="6817325" y="728762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9" name="矩形 298">
            <a:extLst>
              <a:ext uri="{FF2B5EF4-FFF2-40B4-BE49-F238E27FC236}">
                <a16:creationId xmlns:a16="http://schemas.microsoft.com/office/drawing/2014/main" id="{E19EC2C6-41C2-CD71-504A-1778C2818DC4}"/>
              </a:ext>
            </a:extLst>
          </p:cNvPr>
          <p:cNvSpPr/>
          <p:nvPr/>
        </p:nvSpPr>
        <p:spPr>
          <a:xfrm>
            <a:off x="6997325" y="90930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0" name="矩形 299">
            <a:extLst>
              <a:ext uri="{FF2B5EF4-FFF2-40B4-BE49-F238E27FC236}">
                <a16:creationId xmlns:a16="http://schemas.microsoft.com/office/drawing/2014/main" id="{A52DC355-D26B-8C4F-E73E-3CDCB6377199}"/>
              </a:ext>
            </a:extLst>
          </p:cNvPr>
          <p:cNvSpPr/>
          <p:nvPr/>
        </p:nvSpPr>
        <p:spPr>
          <a:xfrm>
            <a:off x="7177325" y="90939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1" name="矩形 300">
            <a:extLst>
              <a:ext uri="{FF2B5EF4-FFF2-40B4-BE49-F238E27FC236}">
                <a16:creationId xmlns:a16="http://schemas.microsoft.com/office/drawing/2014/main" id="{CD901426-4132-AE7B-F1C0-7FDC7B24CBAF}"/>
              </a:ext>
            </a:extLst>
          </p:cNvPr>
          <p:cNvSpPr/>
          <p:nvPr/>
        </p:nvSpPr>
        <p:spPr>
          <a:xfrm>
            <a:off x="7357325" y="90930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2" name="矩形 301">
            <a:extLst>
              <a:ext uri="{FF2B5EF4-FFF2-40B4-BE49-F238E27FC236}">
                <a16:creationId xmlns:a16="http://schemas.microsoft.com/office/drawing/2014/main" id="{CA8CF8DB-73A0-13F6-EAEA-4C022D58DBD1}"/>
              </a:ext>
            </a:extLst>
          </p:cNvPr>
          <p:cNvSpPr/>
          <p:nvPr/>
        </p:nvSpPr>
        <p:spPr>
          <a:xfrm>
            <a:off x="6997325" y="108930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3" name="矩形 302">
            <a:extLst>
              <a:ext uri="{FF2B5EF4-FFF2-40B4-BE49-F238E27FC236}">
                <a16:creationId xmlns:a16="http://schemas.microsoft.com/office/drawing/2014/main" id="{A04975AC-B973-A771-FA32-90283A89E3A2}"/>
              </a:ext>
            </a:extLst>
          </p:cNvPr>
          <p:cNvSpPr/>
          <p:nvPr/>
        </p:nvSpPr>
        <p:spPr>
          <a:xfrm>
            <a:off x="7357325" y="108930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4" name="矩形 303">
            <a:extLst>
              <a:ext uri="{FF2B5EF4-FFF2-40B4-BE49-F238E27FC236}">
                <a16:creationId xmlns:a16="http://schemas.microsoft.com/office/drawing/2014/main" id="{5A267ECE-CF67-142B-644D-73CD6C3BF34D}"/>
              </a:ext>
            </a:extLst>
          </p:cNvPr>
          <p:cNvSpPr/>
          <p:nvPr/>
        </p:nvSpPr>
        <p:spPr>
          <a:xfrm>
            <a:off x="6997325" y="126921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5" name="矩形 304">
            <a:extLst>
              <a:ext uri="{FF2B5EF4-FFF2-40B4-BE49-F238E27FC236}">
                <a16:creationId xmlns:a16="http://schemas.microsoft.com/office/drawing/2014/main" id="{F2FE6C20-2410-D8D3-5BCC-AAE736D31F11}"/>
              </a:ext>
            </a:extLst>
          </p:cNvPr>
          <p:cNvSpPr/>
          <p:nvPr/>
        </p:nvSpPr>
        <p:spPr>
          <a:xfrm>
            <a:off x="7357325" y="126921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6" name="矩形 305">
            <a:extLst>
              <a:ext uri="{FF2B5EF4-FFF2-40B4-BE49-F238E27FC236}">
                <a16:creationId xmlns:a16="http://schemas.microsoft.com/office/drawing/2014/main" id="{CC461EB8-A3D3-8BAC-1B64-BDD47F2B6708}"/>
              </a:ext>
            </a:extLst>
          </p:cNvPr>
          <p:cNvSpPr/>
          <p:nvPr/>
        </p:nvSpPr>
        <p:spPr>
          <a:xfrm>
            <a:off x="6997325" y="144921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7" name="矩形 306">
            <a:extLst>
              <a:ext uri="{FF2B5EF4-FFF2-40B4-BE49-F238E27FC236}">
                <a16:creationId xmlns:a16="http://schemas.microsoft.com/office/drawing/2014/main" id="{DA324948-6D14-6607-70FE-FAAF30A30C9E}"/>
              </a:ext>
            </a:extLst>
          </p:cNvPr>
          <p:cNvSpPr/>
          <p:nvPr/>
        </p:nvSpPr>
        <p:spPr>
          <a:xfrm>
            <a:off x="7357325" y="144921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8" name="矩形 307">
            <a:extLst>
              <a:ext uri="{FF2B5EF4-FFF2-40B4-BE49-F238E27FC236}">
                <a16:creationId xmlns:a16="http://schemas.microsoft.com/office/drawing/2014/main" id="{F7453155-9F04-4C08-E10E-845C0CFA451E}"/>
              </a:ext>
            </a:extLst>
          </p:cNvPr>
          <p:cNvSpPr/>
          <p:nvPr/>
        </p:nvSpPr>
        <p:spPr>
          <a:xfrm>
            <a:off x="6997325" y="162903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9" name="矩形 308">
            <a:extLst>
              <a:ext uri="{FF2B5EF4-FFF2-40B4-BE49-F238E27FC236}">
                <a16:creationId xmlns:a16="http://schemas.microsoft.com/office/drawing/2014/main" id="{F72EC6FD-267C-DB50-0C75-84BBCB6C8982}"/>
              </a:ext>
            </a:extLst>
          </p:cNvPr>
          <p:cNvSpPr/>
          <p:nvPr/>
        </p:nvSpPr>
        <p:spPr>
          <a:xfrm>
            <a:off x="7177325" y="162912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0" name="矩形 309">
            <a:extLst>
              <a:ext uri="{FF2B5EF4-FFF2-40B4-BE49-F238E27FC236}">
                <a16:creationId xmlns:a16="http://schemas.microsoft.com/office/drawing/2014/main" id="{908B4BC4-2407-52BF-89A1-C1F7896F0D61}"/>
              </a:ext>
            </a:extLst>
          </p:cNvPr>
          <p:cNvSpPr/>
          <p:nvPr/>
        </p:nvSpPr>
        <p:spPr>
          <a:xfrm>
            <a:off x="7357325" y="162903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1" name="矩形 310">
            <a:extLst>
              <a:ext uri="{FF2B5EF4-FFF2-40B4-BE49-F238E27FC236}">
                <a16:creationId xmlns:a16="http://schemas.microsoft.com/office/drawing/2014/main" id="{11F8672C-20D4-A082-C3EF-F98E088F8A1A}"/>
              </a:ext>
            </a:extLst>
          </p:cNvPr>
          <p:cNvSpPr/>
          <p:nvPr/>
        </p:nvSpPr>
        <p:spPr>
          <a:xfrm>
            <a:off x="7535302" y="728762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2" name="矩形 311">
            <a:extLst>
              <a:ext uri="{FF2B5EF4-FFF2-40B4-BE49-F238E27FC236}">
                <a16:creationId xmlns:a16="http://schemas.microsoft.com/office/drawing/2014/main" id="{0F862057-88EC-312B-E5AE-092A588C4C7A}"/>
              </a:ext>
            </a:extLst>
          </p:cNvPr>
          <p:cNvSpPr/>
          <p:nvPr/>
        </p:nvSpPr>
        <p:spPr>
          <a:xfrm>
            <a:off x="7716539" y="90867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3" name="矩形 312">
            <a:extLst>
              <a:ext uri="{FF2B5EF4-FFF2-40B4-BE49-F238E27FC236}">
                <a16:creationId xmlns:a16="http://schemas.microsoft.com/office/drawing/2014/main" id="{926B9294-82EE-FA95-2B42-E54D71ED8180}"/>
              </a:ext>
            </a:extLst>
          </p:cNvPr>
          <p:cNvSpPr/>
          <p:nvPr/>
        </p:nvSpPr>
        <p:spPr>
          <a:xfrm>
            <a:off x="7896539" y="90876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4" name="矩形 313">
            <a:extLst>
              <a:ext uri="{FF2B5EF4-FFF2-40B4-BE49-F238E27FC236}">
                <a16:creationId xmlns:a16="http://schemas.microsoft.com/office/drawing/2014/main" id="{4E203265-2C39-B675-D81C-1A78778D401D}"/>
              </a:ext>
            </a:extLst>
          </p:cNvPr>
          <p:cNvSpPr/>
          <p:nvPr/>
        </p:nvSpPr>
        <p:spPr>
          <a:xfrm>
            <a:off x="8076539" y="90867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5" name="矩形 314">
            <a:extLst>
              <a:ext uri="{FF2B5EF4-FFF2-40B4-BE49-F238E27FC236}">
                <a16:creationId xmlns:a16="http://schemas.microsoft.com/office/drawing/2014/main" id="{BEF01625-6869-565A-A06D-0ABC62A6BE5A}"/>
              </a:ext>
            </a:extLst>
          </p:cNvPr>
          <p:cNvSpPr/>
          <p:nvPr/>
        </p:nvSpPr>
        <p:spPr>
          <a:xfrm>
            <a:off x="7896539" y="108876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6" name="矩形 315">
            <a:extLst>
              <a:ext uri="{FF2B5EF4-FFF2-40B4-BE49-F238E27FC236}">
                <a16:creationId xmlns:a16="http://schemas.microsoft.com/office/drawing/2014/main" id="{5E8E1A09-856A-2811-BBAE-27D30336ED42}"/>
              </a:ext>
            </a:extLst>
          </p:cNvPr>
          <p:cNvSpPr/>
          <p:nvPr/>
        </p:nvSpPr>
        <p:spPr>
          <a:xfrm>
            <a:off x="7896539" y="126867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7" name="矩形 316">
            <a:extLst>
              <a:ext uri="{FF2B5EF4-FFF2-40B4-BE49-F238E27FC236}">
                <a16:creationId xmlns:a16="http://schemas.microsoft.com/office/drawing/2014/main" id="{5B431BFA-AE26-9520-006D-F3F246A72B24}"/>
              </a:ext>
            </a:extLst>
          </p:cNvPr>
          <p:cNvSpPr/>
          <p:nvPr/>
        </p:nvSpPr>
        <p:spPr>
          <a:xfrm>
            <a:off x="7896539" y="144867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8" name="矩形 317">
            <a:extLst>
              <a:ext uri="{FF2B5EF4-FFF2-40B4-BE49-F238E27FC236}">
                <a16:creationId xmlns:a16="http://schemas.microsoft.com/office/drawing/2014/main" id="{FF1EA419-178A-F38D-6061-1808B853683B}"/>
              </a:ext>
            </a:extLst>
          </p:cNvPr>
          <p:cNvSpPr/>
          <p:nvPr/>
        </p:nvSpPr>
        <p:spPr>
          <a:xfrm>
            <a:off x="7896539" y="162849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9" name="矩形 318">
            <a:extLst>
              <a:ext uri="{FF2B5EF4-FFF2-40B4-BE49-F238E27FC236}">
                <a16:creationId xmlns:a16="http://schemas.microsoft.com/office/drawing/2014/main" id="{B1AB6C9E-1BBB-0318-3CA5-430B06E9B7B5}"/>
              </a:ext>
            </a:extLst>
          </p:cNvPr>
          <p:cNvSpPr/>
          <p:nvPr/>
        </p:nvSpPr>
        <p:spPr>
          <a:xfrm>
            <a:off x="8253913" y="728762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0" name="矩形 319">
            <a:extLst>
              <a:ext uri="{FF2B5EF4-FFF2-40B4-BE49-F238E27FC236}">
                <a16:creationId xmlns:a16="http://schemas.microsoft.com/office/drawing/2014/main" id="{057FB8CD-6246-B17E-5996-7BBD46BC0B6B}"/>
              </a:ext>
            </a:extLst>
          </p:cNvPr>
          <p:cNvSpPr/>
          <p:nvPr/>
        </p:nvSpPr>
        <p:spPr>
          <a:xfrm>
            <a:off x="8433913" y="90948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1" name="矩形 320">
            <a:extLst>
              <a:ext uri="{FF2B5EF4-FFF2-40B4-BE49-F238E27FC236}">
                <a16:creationId xmlns:a16="http://schemas.microsoft.com/office/drawing/2014/main" id="{EF2A8995-5B12-5E8E-DEE2-3DB146F9C32C}"/>
              </a:ext>
            </a:extLst>
          </p:cNvPr>
          <p:cNvSpPr/>
          <p:nvPr/>
        </p:nvSpPr>
        <p:spPr>
          <a:xfrm>
            <a:off x="8613913" y="90957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2" name="矩形 321">
            <a:extLst>
              <a:ext uri="{FF2B5EF4-FFF2-40B4-BE49-F238E27FC236}">
                <a16:creationId xmlns:a16="http://schemas.microsoft.com/office/drawing/2014/main" id="{60DD5D76-85BC-17F1-D322-63F601D1CF08}"/>
              </a:ext>
            </a:extLst>
          </p:cNvPr>
          <p:cNvSpPr/>
          <p:nvPr/>
        </p:nvSpPr>
        <p:spPr>
          <a:xfrm>
            <a:off x="8793913" y="90948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3" name="矩形 322">
            <a:extLst>
              <a:ext uri="{FF2B5EF4-FFF2-40B4-BE49-F238E27FC236}">
                <a16:creationId xmlns:a16="http://schemas.microsoft.com/office/drawing/2014/main" id="{DEC1E293-B502-EE04-7045-591DC7BB6965}"/>
              </a:ext>
            </a:extLst>
          </p:cNvPr>
          <p:cNvSpPr/>
          <p:nvPr/>
        </p:nvSpPr>
        <p:spPr>
          <a:xfrm>
            <a:off x="8433913" y="108948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4" name="矩形 323">
            <a:extLst>
              <a:ext uri="{FF2B5EF4-FFF2-40B4-BE49-F238E27FC236}">
                <a16:creationId xmlns:a16="http://schemas.microsoft.com/office/drawing/2014/main" id="{DC8C6487-5CD5-36F4-E893-04B91814F87D}"/>
              </a:ext>
            </a:extLst>
          </p:cNvPr>
          <p:cNvSpPr/>
          <p:nvPr/>
        </p:nvSpPr>
        <p:spPr>
          <a:xfrm>
            <a:off x="8793913" y="108948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5" name="矩形 324">
            <a:extLst>
              <a:ext uri="{FF2B5EF4-FFF2-40B4-BE49-F238E27FC236}">
                <a16:creationId xmlns:a16="http://schemas.microsoft.com/office/drawing/2014/main" id="{7E69F1F2-2A02-38C1-5F20-E82502E590AD}"/>
              </a:ext>
            </a:extLst>
          </p:cNvPr>
          <p:cNvSpPr/>
          <p:nvPr/>
        </p:nvSpPr>
        <p:spPr>
          <a:xfrm>
            <a:off x="8433913" y="126939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6" name="矩形 325">
            <a:extLst>
              <a:ext uri="{FF2B5EF4-FFF2-40B4-BE49-F238E27FC236}">
                <a16:creationId xmlns:a16="http://schemas.microsoft.com/office/drawing/2014/main" id="{AA67A713-68F6-7F8D-EB3E-480BC13612C9}"/>
              </a:ext>
            </a:extLst>
          </p:cNvPr>
          <p:cNvSpPr/>
          <p:nvPr/>
        </p:nvSpPr>
        <p:spPr>
          <a:xfrm>
            <a:off x="8613913" y="126948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7" name="矩形 326">
            <a:extLst>
              <a:ext uri="{FF2B5EF4-FFF2-40B4-BE49-F238E27FC236}">
                <a16:creationId xmlns:a16="http://schemas.microsoft.com/office/drawing/2014/main" id="{AB6D0E61-92F6-CF89-F025-AEFC760A2E32}"/>
              </a:ext>
            </a:extLst>
          </p:cNvPr>
          <p:cNvSpPr/>
          <p:nvPr/>
        </p:nvSpPr>
        <p:spPr>
          <a:xfrm>
            <a:off x="8793913" y="126939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" name="矩形 327">
            <a:extLst>
              <a:ext uri="{FF2B5EF4-FFF2-40B4-BE49-F238E27FC236}">
                <a16:creationId xmlns:a16="http://schemas.microsoft.com/office/drawing/2014/main" id="{BDD7170F-FD3D-6888-87A0-90F8717E0A30}"/>
              </a:ext>
            </a:extLst>
          </p:cNvPr>
          <p:cNvSpPr/>
          <p:nvPr/>
        </p:nvSpPr>
        <p:spPr>
          <a:xfrm>
            <a:off x="8433913" y="144939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9" name="矩形 328">
            <a:extLst>
              <a:ext uri="{FF2B5EF4-FFF2-40B4-BE49-F238E27FC236}">
                <a16:creationId xmlns:a16="http://schemas.microsoft.com/office/drawing/2014/main" id="{6EE42725-7407-760F-CD68-44CB2D05A479}"/>
              </a:ext>
            </a:extLst>
          </p:cNvPr>
          <p:cNvSpPr/>
          <p:nvPr/>
        </p:nvSpPr>
        <p:spPr>
          <a:xfrm>
            <a:off x="8793913" y="144939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0" name="矩形 329">
            <a:extLst>
              <a:ext uri="{FF2B5EF4-FFF2-40B4-BE49-F238E27FC236}">
                <a16:creationId xmlns:a16="http://schemas.microsoft.com/office/drawing/2014/main" id="{FDDD87DC-25DF-5F46-E97B-B79FCE07469B}"/>
              </a:ext>
            </a:extLst>
          </p:cNvPr>
          <p:cNvSpPr/>
          <p:nvPr/>
        </p:nvSpPr>
        <p:spPr>
          <a:xfrm>
            <a:off x="8433913" y="162921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1" name="矩形 330">
            <a:extLst>
              <a:ext uri="{FF2B5EF4-FFF2-40B4-BE49-F238E27FC236}">
                <a16:creationId xmlns:a16="http://schemas.microsoft.com/office/drawing/2014/main" id="{0BC7D65B-6930-C3A5-B120-46EC2282AA3D}"/>
              </a:ext>
            </a:extLst>
          </p:cNvPr>
          <p:cNvSpPr/>
          <p:nvPr/>
        </p:nvSpPr>
        <p:spPr>
          <a:xfrm>
            <a:off x="8793913" y="162921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2" name="矩形 331">
            <a:extLst>
              <a:ext uri="{FF2B5EF4-FFF2-40B4-BE49-F238E27FC236}">
                <a16:creationId xmlns:a16="http://schemas.microsoft.com/office/drawing/2014/main" id="{7CB4E080-C18B-6B31-609A-23AB6002DBC4}"/>
              </a:ext>
            </a:extLst>
          </p:cNvPr>
          <p:cNvSpPr/>
          <p:nvPr/>
        </p:nvSpPr>
        <p:spPr>
          <a:xfrm>
            <a:off x="8973520" y="728762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3" name="矩形 332">
            <a:extLst>
              <a:ext uri="{FF2B5EF4-FFF2-40B4-BE49-F238E27FC236}">
                <a16:creationId xmlns:a16="http://schemas.microsoft.com/office/drawing/2014/main" id="{8B31DD64-CD9B-6EB0-5AB4-3741775FB675}"/>
              </a:ext>
            </a:extLst>
          </p:cNvPr>
          <p:cNvSpPr/>
          <p:nvPr/>
        </p:nvSpPr>
        <p:spPr>
          <a:xfrm>
            <a:off x="9154757" y="90867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4" name="矩形 333">
            <a:extLst>
              <a:ext uri="{FF2B5EF4-FFF2-40B4-BE49-F238E27FC236}">
                <a16:creationId xmlns:a16="http://schemas.microsoft.com/office/drawing/2014/main" id="{3BBED97C-80D4-6661-4AF1-1157D420A252}"/>
              </a:ext>
            </a:extLst>
          </p:cNvPr>
          <p:cNvSpPr/>
          <p:nvPr/>
        </p:nvSpPr>
        <p:spPr>
          <a:xfrm>
            <a:off x="9334757" y="90876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5" name="矩形 334">
            <a:extLst>
              <a:ext uri="{FF2B5EF4-FFF2-40B4-BE49-F238E27FC236}">
                <a16:creationId xmlns:a16="http://schemas.microsoft.com/office/drawing/2014/main" id="{B5B2D841-5E6D-78FA-5434-B0D9DF513721}"/>
              </a:ext>
            </a:extLst>
          </p:cNvPr>
          <p:cNvSpPr/>
          <p:nvPr/>
        </p:nvSpPr>
        <p:spPr>
          <a:xfrm>
            <a:off x="9514757" y="90867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6" name="矩形 335">
            <a:extLst>
              <a:ext uri="{FF2B5EF4-FFF2-40B4-BE49-F238E27FC236}">
                <a16:creationId xmlns:a16="http://schemas.microsoft.com/office/drawing/2014/main" id="{2557EA35-B0FE-CBC5-D984-12B9B7C7F8B3}"/>
              </a:ext>
            </a:extLst>
          </p:cNvPr>
          <p:cNvSpPr/>
          <p:nvPr/>
        </p:nvSpPr>
        <p:spPr>
          <a:xfrm>
            <a:off x="9334757" y="108876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7" name="矩形 336">
            <a:extLst>
              <a:ext uri="{FF2B5EF4-FFF2-40B4-BE49-F238E27FC236}">
                <a16:creationId xmlns:a16="http://schemas.microsoft.com/office/drawing/2014/main" id="{6CCCA8B0-E476-42B8-459D-2C68BEF4F314}"/>
              </a:ext>
            </a:extLst>
          </p:cNvPr>
          <p:cNvSpPr/>
          <p:nvPr/>
        </p:nvSpPr>
        <p:spPr>
          <a:xfrm>
            <a:off x="9334757" y="126867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8" name="矩形 337">
            <a:extLst>
              <a:ext uri="{FF2B5EF4-FFF2-40B4-BE49-F238E27FC236}">
                <a16:creationId xmlns:a16="http://schemas.microsoft.com/office/drawing/2014/main" id="{CFC1037D-E8A2-C88B-A20B-9B25B080E221}"/>
              </a:ext>
            </a:extLst>
          </p:cNvPr>
          <p:cNvSpPr/>
          <p:nvPr/>
        </p:nvSpPr>
        <p:spPr>
          <a:xfrm>
            <a:off x="9334757" y="144867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9" name="矩形 338">
            <a:extLst>
              <a:ext uri="{FF2B5EF4-FFF2-40B4-BE49-F238E27FC236}">
                <a16:creationId xmlns:a16="http://schemas.microsoft.com/office/drawing/2014/main" id="{58298827-F5FE-831F-37C8-4BC2857AB0A6}"/>
              </a:ext>
            </a:extLst>
          </p:cNvPr>
          <p:cNvSpPr/>
          <p:nvPr/>
        </p:nvSpPr>
        <p:spPr>
          <a:xfrm>
            <a:off x="9334757" y="162849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0" name="矩形 339">
            <a:extLst>
              <a:ext uri="{FF2B5EF4-FFF2-40B4-BE49-F238E27FC236}">
                <a16:creationId xmlns:a16="http://schemas.microsoft.com/office/drawing/2014/main" id="{FDF0CA44-2148-ECD4-FFD9-AA16216F96C8}"/>
              </a:ext>
            </a:extLst>
          </p:cNvPr>
          <p:cNvSpPr/>
          <p:nvPr/>
        </p:nvSpPr>
        <p:spPr>
          <a:xfrm>
            <a:off x="9695840" y="728762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1" name="矩形 340">
            <a:extLst>
              <a:ext uri="{FF2B5EF4-FFF2-40B4-BE49-F238E27FC236}">
                <a16:creationId xmlns:a16="http://schemas.microsoft.com/office/drawing/2014/main" id="{DD581E7A-010C-08B9-0826-D4F0DFA21FF5}"/>
              </a:ext>
            </a:extLst>
          </p:cNvPr>
          <p:cNvSpPr/>
          <p:nvPr/>
        </p:nvSpPr>
        <p:spPr>
          <a:xfrm>
            <a:off x="9875840" y="90894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2" name="矩形 341">
            <a:extLst>
              <a:ext uri="{FF2B5EF4-FFF2-40B4-BE49-F238E27FC236}">
                <a16:creationId xmlns:a16="http://schemas.microsoft.com/office/drawing/2014/main" id="{130674E7-038C-9195-3B83-18AD0C39186A}"/>
              </a:ext>
            </a:extLst>
          </p:cNvPr>
          <p:cNvSpPr/>
          <p:nvPr/>
        </p:nvSpPr>
        <p:spPr>
          <a:xfrm>
            <a:off x="10055840" y="90903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3" name="矩形 342">
            <a:extLst>
              <a:ext uri="{FF2B5EF4-FFF2-40B4-BE49-F238E27FC236}">
                <a16:creationId xmlns:a16="http://schemas.microsoft.com/office/drawing/2014/main" id="{4D5DB99E-E850-C55B-9F29-C08007BC3671}"/>
              </a:ext>
            </a:extLst>
          </p:cNvPr>
          <p:cNvSpPr/>
          <p:nvPr/>
        </p:nvSpPr>
        <p:spPr>
          <a:xfrm>
            <a:off x="10235840" y="90894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4" name="矩形 343">
            <a:extLst>
              <a:ext uri="{FF2B5EF4-FFF2-40B4-BE49-F238E27FC236}">
                <a16:creationId xmlns:a16="http://schemas.microsoft.com/office/drawing/2014/main" id="{8F6FB5EC-865F-7A4E-993F-D9F63658C83B}"/>
              </a:ext>
            </a:extLst>
          </p:cNvPr>
          <p:cNvSpPr/>
          <p:nvPr/>
        </p:nvSpPr>
        <p:spPr>
          <a:xfrm>
            <a:off x="9875840" y="108894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5" name="矩形 344">
            <a:extLst>
              <a:ext uri="{FF2B5EF4-FFF2-40B4-BE49-F238E27FC236}">
                <a16:creationId xmlns:a16="http://schemas.microsoft.com/office/drawing/2014/main" id="{DF171025-A0D9-7CD4-03A6-17605771C452}"/>
              </a:ext>
            </a:extLst>
          </p:cNvPr>
          <p:cNvSpPr/>
          <p:nvPr/>
        </p:nvSpPr>
        <p:spPr>
          <a:xfrm>
            <a:off x="9875840" y="126885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6" name="矩形 345">
            <a:extLst>
              <a:ext uri="{FF2B5EF4-FFF2-40B4-BE49-F238E27FC236}">
                <a16:creationId xmlns:a16="http://schemas.microsoft.com/office/drawing/2014/main" id="{BA6ABDE2-FAA1-4D9B-9C91-D9FE25A14906}"/>
              </a:ext>
            </a:extLst>
          </p:cNvPr>
          <p:cNvSpPr/>
          <p:nvPr/>
        </p:nvSpPr>
        <p:spPr>
          <a:xfrm>
            <a:off x="10055840" y="126894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7" name="矩形 346">
            <a:extLst>
              <a:ext uri="{FF2B5EF4-FFF2-40B4-BE49-F238E27FC236}">
                <a16:creationId xmlns:a16="http://schemas.microsoft.com/office/drawing/2014/main" id="{37ADEE8E-2AAD-02D9-148D-2FE51124AF96}"/>
              </a:ext>
            </a:extLst>
          </p:cNvPr>
          <p:cNvSpPr/>
          <p:nvPr/>
        </p:nvSpPr>
        <p:spPr>
          <a:xfrm>
            <a:off x="10235840" y="126885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8" name="矩形 347">
            <a:extLst>
              <a:ext uri="{FF2B5EF4-FFF2-40B4-BE49-F238E27FC236}">
                <a16:creationId xmlns:a16="http://schemas.microsoft.com/office/drawing/2014/main" id="{F4DB83CB-A487-24E0-C4AA-9FA019391D6D}"/>
              </a:ext>
            </a:extLst>
          </p:cNvPr>
          <p:cNvSpPr/>
          <p:nvPr/>
        </p:nvSpPr>
        <p:spPr>
          <a:xfrm>
            <a:off x="9875840" y="144885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9" name="矩形 348">
            <a:extLst>
              <a:ext uri="{FF2B5EF4-FFF2-40B4-BE49-F238E27FC236}">
                <a16:creationId xmlns:a16="http://schemas.microsoft.com/office/drawing/2014/main" id="{1858B3B8-EFC7-0F11-5D83-9AA8DFC63DE6}"/>
              </a:ext>
            </a:extLst>
          </p:cNvPr>
          <p:cNvSpPr/>
          <p:nvPr/>
        </p:nvSpPr>
        <p:spPr>
          <a:xfrm>
            <a:off x="9875840" y="162867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0" name="矩形 349">
            <a:extLst>
              <a:ext uri="{FF2B5EF4-FFF2-40B4-BE49-F238E27FC236}">
                <a16:creationId xmlns:a16="http://schemas.microsoft.com/office/drawing/2014/main" id="{121A746D-6E6A-C3EB-69EF-BEA3CBB7D4FE}"/>
              </a:ext>
            </a:extLst>
          </p:cNvPr>
          <p:cNvSpPr/>
          <p:nvPr/>
        </p:nvSpPr>
        <p:spPr>
          <a:xfrm>
            <a:off x="10055840" y="162876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1" name="矩形 350">
            <a:extLst>
              <a:ext uri="{FF2B5EF4-FFF2-40B4-BE49-F238E27FC236}">
                <a16:creationId xmlns:a16="http://schemas.microsoft.com/office/drawing/2014/main" id="{4B58D5E1-E98E-FF99-C3DB-76820BC61457}"/>
              </a:ext>
            </a:extLst>
          </p:cNvPr>
          <p:cNvSpPr/>
          <p:nvPr/>
        </p:nvSpPr>
        <p:spPr>
          <a:xfrm>
            <a:off x="10235840" y="162867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2" name="矩形 401">
            <a:extLst>
              <a:ext uri="{FF2B5EF4-FFF2-40B4-BE49-F238E27FC236}">
                <a16:creationId xmlns:a16="http://schemas.microsoft.com/office/drawing/2014/main" id="{49AB2C23-3998-5A53-71DC-F64C0D1340CD}"/>
              </a:ext>
            </a:extLst>
          </p:cNvPr>
          <p:cNvSpPr/>
          <p:nvPr/>
        </p:nvSpPr>
        <p:spPr>
          <a:xfrm>
            <a:off x="983515" y="728762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3" name="矩形 402">
            <a:extLst>
              <a:ext uri="{FF2B5EF4-FFF2-40B4-BE49-F238E27FC236}">
                <a16:creationId xmlns:a16="http://schemas.microsoft.com/office/drawing/2014/main" id="{B7E38066-B074-8414-942C-65D86F98077D}"/>
              </a:ext>
            </a:extLst>
          </p:cNvPr>
          <p:cNvSpPr/>
          <p:nvPr/>
        </p:nvSpPr>
        <p:spPr>
          <a:xfrm>
            <a:off x="1162280" y="90912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4" name="矩形 403">
            <a:extLst>
              <a:ext uri="{FF2B5EF4-FFF2-40B4-BE49-F238E27FC236}">
                <a16:creationId xmlns:a16="http://schemas.microsoft.com/office/drawing/2014/main" id="{5E109502-8202-C19B-FEF4-BA3C791F31E8}"/>
              </a:ext>
            </a:extLst>
          </p:cNvPr>
          <p:cNvSpPr/>
          <p:nvPr/>
        </p:nvSpPr>
        <p:spPr>
          <a:xfrm>
            <a:off x="1522280" y="90912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5" name="矩形 404">
            <a:extLst>
              <a:ext uri="{FF2B5EF4-FFF2-40B4-BE49-F238E27FC236}">
                <a16:creationId xmlns:a16="http://schemas.microsoft.com/office/drawing/2014/main" id="{B177612C-A0E8-0EF5-9E32-9E7B4458CC8D}"/>
              </a:ext>
            </a:extLst>
          </p:cNvPr>
          <p:cNvSpPr/>
          <p:nvPr/>
        </p:nvSpPr>
        <p:spPr>
          <a:xfrm>
            <a:off x="1162280" y="108912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6" name="矩形 405">
            <a:extLst>
              <a:ext uri="{FF2B5EF4-FFF2-40B4-BE49-F238E27FC236}">
                <a16:creationId xmlns:a16="http://schemas.microsoft.com/office/drawing/2014/main" id="{C18502B0-193F-D4F5-95E7-669B1F94A5E0}"/>
              </a:ext>
            </a:extLst>
          </p:cNvPr>
          <p:cNvSpPr/>
          <p:nvPr/>
        </p:nvSpPr>
        <p:spPr>
          <a:xfrm>
            <a:off x="1522280" y="108912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7" name="矩形 406">
            <a:extLst>
              <a:ext uri="{FF2B5EF4-FFF2-40B4-BE49-F238E27FC236}">
                <a16:creationId xmlns:a16="http://schemas.microsoft.com/office/drawing/2014/main" id="{F7D950C9-82B5-832D-E750-A790450B4A18}"/>
              </a:ext>
            </a:extLst>
          </p:cNvPr>
          <p:cNvSpPr/>
          <p:nvPr/>
        </p:nvSpPr>
        <p:spPr>
          <a:xfrm>
            <a:off x="1162280" y="126903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8" name="矩形 407">
            <a:extLst>
              <a:ext uri="{FF2B5EF4-FFF2-40B4-BE49-F238E27FC236}">
                <a16:creationId xmlns:a16="http://schemas.microsoft.com/office/drawing/2014/main" id="{7A1D1B40-DDA7-E502-1258-E0CD4E546904}"/>
              </a:ext>
            </a:extLst>
          </p:cNvPr>
          <p:cNvSpPr/>
          <p:nvPr/>
        </p:nvSpPr>
        <p:spPr>
          <a:xfrm>
            <a:off x="1522280" y="126903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9" name="矩形 408">
            <a:extLst>
              <a:ext uri="{FF2B5EF4-FFF2-40B4-BE49-F238E27FC236}">
                <a16:creationId xmlns:a16="http://schemas.microsoft.com/office/drawing/2014/main" id="{CA7E3E12-5D2F-0A07-EF2F-639B1EB8435E}"/>
              </a:ext>
            </a:extLst>
          </p:cNvPr>
          <p:cNvSpPr/>
          <p:nvPr/>
        </p:nvSpPr>
        <p:spPr>
          <a:xfrm>
            <a:off x="1162280" y="144903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0" name="矩形 409">
            <a:extLst>
              <a:ext uri="{FF2B5EF4-FFF2-40B4-BE49-F238E27FC236}">
                <a16:creationId xmlns:a16="http://schemas.microsoft.com/office/drawing/2014/main" id="{330B36B7-C9C3-1C32-05DA-89CDF649411E}"/>
              </a:ext>
            </a:extLst>
          </p:cNvPr>
          <p:cNvSpPr/>
          <p:nvPr/>
        </p:nvSpPr>
        <p:spPr>
          <a:xfrm>
            <a:off x="1522280" y="144903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1" name="矩形 410">
            <a:extLst>
              <a:ext uri="{FF2B5EF4-FFF2-40B4-BE49-F238E27FC236}">
                <a16:creationId xmlns:a16="http://schemas.microsoft.com/office/drawing/2014/main" id="{F8413CA9-0A07-8A49-C845-27578EBEB23C}"/>
              </a:ext>
            </a:extLst>
          </p:cNvPr>
          <p:cNvSpPr/>
          <p:nvPr/>
        </p:nvSpPr>
        <p:spPr>
          <a:xfrm>
            <a:off x="1162280" y="162885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2" name="矩形 411">
            <a:extLst>
              <a:ext uri="{FF2B5EF4-FFF2-40B4-BE49-F238E27FC236}">
                <a16:creationId xmlns:a16="http://schemas.microsoft.com/office/drawing/2014/main" id="{792F5046-2594-4B73-6D99-1EBE21D76B85}"/>
              </a:ext>
            </a:extLst>
          </p:cNvPr>
          <p:cNvSpPr/>
          <p:nvPr/>
        </p:nvSpPr>
        <p:spPr>
          <a:xfrm>
            <a:off x="1342280" y="162894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3" name="矩形 412">
            <a:extLst>
              <a:ext uri="{FF2B5EF4-FFF2-40B4-BE49-F238E27FC236}">
                <a16:creationId xmlns:a16="http://schemas.microsoft.com/office/drawing/2014/main" id="{1401BC2D-B55B-3A4C-53CD-E9D8082DEE6C}"/>
              </a:ext>
            </a:extLst>
          </p:cNvPr>
          <p:cNvSpPr/>
          <p:nvPr/>
        </p:nvSpPr>
        <p:spPr>
          <a:xfrm>
            <a:off x="1522280" y="162885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4" name="矩形 413">
            <a:extLst>
              <a:ext uri="{FF2B5EF4-FFF2-40B4-BE49-F238E27FC236}">
                <a16:creationId xmlns:a16="http://schemas.microsoft.com/office/drawing/2014/main" id="{31C34BA9-07FF-9F10-ECCA-948A246B180A}"/>
              </a:ext>
            </a:extLst>
          </p:cNvPr>
          <p:cNvSpPr/>
          <p:nvPr/>
        </p:nvSpPr>
        <p:spPr>
          <a:xfrm>
            <a:off x="1702280" y="728807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5" name="矩形 414">
            <a:extLst>
              <a:ext uri="{FF2B5EF4-FFF2-40B4-BE49-F238E27FC236}">
                <a16:creationId xmlns:a16="http://schemas.microsoft.com/office/drawing/2014/main" id="{AC19309D-E752-39A2-16DE-65F3FD4D4886}"/>
              </a:ext>
            </a:extLst>
          </p:cNvPr>
          <p:cNvSpPr/>
          <p:nvPr/>
        </p:nvSpPr>
        <p:spPr>
          <a:xfrm>
            <a:off x="1882280" y="909257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6" name="矩形 415">
            <a:extLst>
              <a:ext uri="{FF2B5EF4-FFF2-40B4-BE49-F238E27FC236}">
                <a16:creationId xmlns:a16="http://schemas.microsoft.com/office/drawing/2014/main" id="{F60AF01F-95EF-8390-8F28-8856B5C117DE}"/>
              </a:ext>
            </a:extLst>
          </p:cNvPr>
          <p:cNvSpPr/>
          <p:nvPr/>
        </p:nvSpPr>
        <p:spPr>
          <a:xfrm>
            <a:off x="2062280" y="909347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7" name="矩形 416">
            <a:extLst>
              <a:ext uri="{FF2B5EF4-FFF2-40B4-BE49-F238E27FC236}">
                <a16:creationId xmlns:a16="http://schemas.microsoft.com/office/drawing/2014/main" id="{A2F95FA3-E9F2-E8DC-0BB2-513230540C5B}"/>
              </a:ext>
            </a:extLst>
          </p:cNvPr>
          <p:cNvSpPr/>
          <p:nvPr/>
        </p:nvSpPr>
        <p:spPr>
          <a:xfrm>
            <a:off x="2242280" y="909257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8" name="矩形 417">
            <a:extLst>
              <a:ext uri="{FF2B5EF4-FFF2-40B4-BE49-F238E27FC236}">
                <a16:creationId xmlns:a16="http://schemas.microsoft.com/office/drawing/2014/main" id="{697C5348-11B2-3BDB-6FA4-8479A5099667}"/>
              </a:ext>
            </a:extLst>
          </p:cNvPr>
          <p:cNvSpPr/>
          <p:nvPr/>
        </p:nvSpPr>
        <p:spPr>
          <a:xfrm>
            <a:off x="1882280" y="1089257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9" name="矩形 418">
            <a:extLst>
              <a:ext uri="{FF2B5EF4-FFF2-40B4-BE49-F238E27FC236}">
                <a16:creationId xmlns:a16="http://schemas.microsoft.com/office/drawing/2014/main" id="{C6B1A903-9774-6905-A9E4-75B197898B19}"/>
              </a:ext>
            </a:extLst>
          </p:cNvPr>
          <p:cNvSpPr/>
          <p:nvPr/>
        </p:nvSpPr>
        <p:spPr>
          <a:xfrm>
            <a:off x="2242280" y="1089257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0" name="矩形 419">
            <a:extLst>
              <a:ext uri="{FF2B5EF4-FFF2-40B4-BE49-F238E27FC236}">
                <a16:creationId xmlns:a16="http://schemas.microsoft.com/office/drawing/2014/main" id="{1A227243-92E4-CDBD-9029-A0865B51492B}"/>
              </a:ext>
            </a:extLst>
          </p:cNvPr>
          <p:cNvSpPr/>
          <p:nvPr/>
        </p:nvSpPr>
        <p:spPr>
          <a:xfrm>
            <a:off x="1882280" y="1269167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1" name="矩形 420">
            <a:extLst>
              <a:ext uri="{FF2B5EF4-FFF2-40B4-BE49-F238E27FC236}">
                <a16:creationId xmlns:a16="http://schemas.microsoft.com/office/drawing/2014/main" id="{AA6DDA72-5F8E-ED6B-12E2-556FDB452FD4}"/>
              </a:ext>
            </a:extLst>
          </p:cNvPr>
          <p:cNvSpPr/>
          <p:nvPr/>
        </p:nvSpPr>
        <p:spPr>
          <a:xfrm>
            <a:off x="2062280" y="1269257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2" name="矩形 421">
            <a:extLst>
              <a:ext uri="{FF2B5EF4-FFF2-40B4-BE49-F238E27FC236}">
                <a16:creationId xmlns:a16="http://schemas.microsoft.com/office/drawing/2014/main" id="{BF4222BE-0C1A-FBE1-5634-412503C57A04}"/>
              </a:ext>
            </a:extLst>
          </p:cNvPr>
          <p:cNvSpPr/>
          <p:nvPr/>
        </p:nvSpPr>
        <p:spPr>
          <a:xfrm>
            <a:off x="2242280" y="1269167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3" name="矩形 422">
            <a:extLst>
              <a:ext uri="{FF2B5EF4-FFF2-40B4-BE49-F238E27FC236}">
                <a16:creationId xmlns:a16="http://schemas.microsoft.com/office/drawing/2014/main" id="{600FB3EE-1FD1-AB77-1C02-4E316228959F}"/>
              </a:ext>
            </a:extLst>
          </p:cNvPr>
          <p:cNvSpPr/>
          <p:nvPr/>
        </p:nvSpPr>
        <p:spPr>
          <a:xfrm>
            <a:off x="1882280" y="144903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4" name="矩形 423">
            <a:extLst>
              <a:ext uri="{FF2B5EF4-FFF2-40B4-BE49-F238E27FC236}">
                <a16:creationId xmlns:a16="http://schemas.microsoft.com/office/drawing/2014/main" id="{2AF57C08-EAFD-1016-A085-A1663951CC1F}"/>
              </a:ext>
            </a:extLst>
          </p:cNvPr>
          <p:cNvSpPr/>
          <p:nvPr/>
        </p:nvSpPr>
        <p:spPr>
          <a:xfrm>
            <a:off x="1882280" y="1628987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5" name="矩形 424">
            <a:extLst>
              <a:ext uri="{FF2B5EF4-FFF2-40B4-BE49-F238E27FC236}">
                <a16:creationId xmlns:a16="http://schemas.microsoft.com/office/drawing/2014/main" id="{6C150DB0-CB6F-3C95-322A-73CB76AE1B5B}"/>
              </a:ext>
            </a:extLst>
          </p:cNvPr>
          <p:cNvSpPr/>
          <p:nvPr/>
        </p:nvSpPr>
        <p:spPr>
          <a:xfrm>
            <a:off x="6096000" y="2169000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6" name="矩形 425">
            <a:extLst>
              <a:ext uri="{FF2B5EF4-FFF2-40B4-BE49-F238E27FC236}">
                <a16:creationId xmlns:a16="http://schemas.microsoft.com/office/drawing/2014/main" id="{215551C3-DCA7-7F5E-8FC9-795DF853434C}"/>
              </a:ext>
            </a:extLst>
          </p:cNvPr>
          <p:cNvSpPr/>
          <p:nvPr/>
        </p:nvSpPr>
        <p:spPr>
          <a:xfrm>
            <a:off x="6276000" y="234945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7" name="矩形 426">
            <a:extLst>
              <a:ext uri="{FF2B5EF4-FFF2-40B4-BE49-F238E27FC236}">
                <a16:creationId xmlns:a16="http://schemas.microsoft.com/office/drawing/2014/main" id="{9FC0E927-DEC2-017D-D9FA-AE11534C5469}"/>
              </a:ext>
            </a:extLst>
          </p:cNvPr>
          <p:cNvSpPr/>
          <p:nvPr/>
        </p:nvSpPr>
        <p:spPr>
          <a:xfrm>
            <a:off x="6456000" y="234954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8" name="矩形 427">
            <a:extLst>
              <a:ext uri="{FF2B5EF4-FFF2-40B4-BE49-F238E27FC236}">
                <a16:creationId xmlns:a16="http://schemas.microsoft.com/office/drawing/2014/main" id="{AC1A70A4-BF94-668B-9B5C-C36CFE173E00}"/>
              </a:ext>
            </a:extLst>
          </p:cNvPr>
          <p:cNvSpPr/>
          <p:nvPr/>
        </p:nvSpPr>
        <p:spPr>
          <a:xfrm>
            <a:off x="6636000" y="234945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9" name="矩形 428">
            <a:extLst>
              <a:ext uri="{FF2B5EF4-FFF2-40B4-BE49-F238E27FC236}">
                <a16:creationId xmlns:a16="http://schemas.microsoft.com/office/drawing/2014/main" id="{A5C87437-1C74-680E-9CEE-95700627A282}"/>
              </a:ext>
            </a:extLst>
          </p:cNvPr>
          <p:cNvSpPr/>
          <p:nvPr/>
        </p:nvSpPr>
        <p:spPr>
          <a:xfrm>
            <a:off x="6276000" y="252945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0" name="矩形 429">
            <a:extLst>
              <a:ext uri="{FF2B5EF4-FFF2-40B4-BE49-F238E27FC236}">
                <a16:creationId xmlns:a16="http://schemas.microsoft.com/office/drawing/2014/main" id="{BE3E14D0-E110-3A67-8DD6-3AF4AFBA84F3}"/>
              </a:ext>
            </a:extLst>
          </p:cNvPr>
          <p:cNvSpPr/>
          <p:nvPr/>
        </p:nvSpPr>
        <p:spPr>
          <a:xfrm>
            <a:off x="6636000" y="252945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1" name="矩形 430">
            <a:extLst>
              <a:ext uri="{FF2B5EF4-FFF2-40B4-BE49-F238E27FC236}">
                <a16:creationId xmlns:a16="http://schemas.microsoft.com/office/drawing/2014/main" id="{B40F632F-3C74-F4DD-54DD-70B75B79F8AD}"/>
              </a:ext>
            </a:extLst>
          </p:cNvPr>
          <p:cNvSpPr/>
          <p:nvPr/>
        </p:nvSpPr>
        <p:spPr>
          <a:xfrm>
            <a:off x="6276000" y="270936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2" name="矩形 431">
            <a:extLst>
              <a:ext uri="{FF2B5EF4-FFF2-40B4-BE49-F238E27FC236}">
                <a16:creationId xmlns:a16="http://schemas.microsoft.com/office/drawing/2014/main" id="{E53BDF1B-16FA-1D53-EF31-E0925B37CA8D}"/>
              </a:ext>
            </a:extLst>
          </p:cNvPr>
          <p:cNvSpPr/>
          <p:nvPr/>
        </p:nvSpPr>
        <p:spPr>
          <a:xfrm>
            <a:off x="6636000" y="270936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3" name="矩形 432">
            <a:extLst>
              <a:ext uri="{FF2B5EF4-FFF2-40B4-BE49-F238E27FC236}">
                <a16:creationId xmlns:a16="http://schemas.microsoft.com/office/drawing/2014/main" id="{F3438CEA-6434-E7AA-F559-06D6F2C2B7F4}"/>
              </a:ext>
            </a:extLst>
          </p:cNvPr>
          <p:cNvSpPr/>
          <p:nvPr/>
        </p:nvSpPr>
        <p:spPr>
          <a:xfrm>
            <a:off x="6276000" y="288922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4" name="矩形 433">
            <a:extLst>
              <a:ext uri="{FF2B5EF4-FFF2-40B4-BE49-F238E27FC236}">
                <a16:creationId xmlns:a16="http://schemas.microsoft.com/office/drawing/2014/main" id="{2A499457-E755-C4B5-CA23-D5E31AA3FE11}"/>
              </a:ext>
            </a:extLst>
          </p:cNvPr>
          <p:cNvSpPr/>
          <p:nvPr/>
        </p:nvSpPr>
        <p:spPr>
          <a:xfrm>
            <a:off x="6636000" y="288936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5" name="矩形 434">
            <a:extLst>
              <a:ext uri="{FF2B5EF4-FFF2-40B4-BE49-F238E27FC236}">
                <a16:creationId xmlns:a16="http://schemas.microsoft.com/office/drawing/2014/main" id="{131A901B-07C7-889E-4AA9-BA6587BA2D64}"/>
              </a:ext>
            </a:extLst>
          </p:cNvPr>
          <p:cNvSpPr/>
          <p:nvPr/>
        </p:nvSpPr>
        <p:spPr>
          <a:xfrm>
            <a:off x="6276000" y="306918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6" name="矩形 435">
            <a:extLst>
              <a:ext uri="{FF2B5EF4-FFF2-40B4-BE49-F238E27FC236}">
                <a16:creationId xmlns:a16="http://schemas.microsoft.com/office/drawing/2014/main" id="{54645174-DDA1-B383-2867-65CB476AFE21}"/>
              </a:ext>
            </a:extLst>
          </p:cNvPr>
          <p:cNvSpPr/>
          <p:nvPr/>
        </p:nvSpPr>
        <p:spPr>
          <a:xfrm>
            <a:off x="6456000" y="306927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7" name="矩形 436">
            <a:extLst>
              <a:ext uri="{FF2B5EF4-FFF2-40B4-BE49-F238E27FC236}">
                <a16:creationId xmlns:a16="http://schemas.microsoft.com/office/drawing/2014/main" id="{F9DC5778-A620-D9F9-6063-DB0BF19476DE}"/>
              </a:ext>
            </a:extLst>
          </p:cNvPr>
          <p:cNvSpPr/>
          <p:nvPr/>
        </p:nvSpPr>
        <p:spPr>
          <a:xfrm>
            <a:off x="6822230" y="2169000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8" name="矩形 437">
            <a:extLst>
              <a:ext uri="{FF2B5EF4-FFF2-40B4-BE49-F238E27FC236}">
                <a16:creationId xmlns:a16="http://schemas.microsoft.com/office/drawing/2014/main" id="{8835EFE4-8FED-ABAA-DC87-D8C0212B1F35}"/>
              </a:ext>
            </a:extLst>
          </p:cNvPr>
          <p:cNvSpPr/>
          <p:nvPr/>
        </p:nvSpPr>
        <p:spPr>
          <a:xfrm>
            <a:off x="7002230" y="234972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9" name="矩形 438">
            <a:extLst>
              <a:ext uri="{FF2B5EF4-FFF2-40B4-BE49-F238E27FC236}">
                <a16:creationId xmlns:a16="http://schemas.microsoft.com/office/drawing/2014/main" id="{6F7E8087-047A-2292-443D-21736C1B2FFF}"/>
              </a:ext>
            </a:extLst>
          </p:cNvPr>
          <p:cNvSpPr/>
          <p:nvPr/>
        </p:nvSpPr>
        <p:spPr>
          <a:xfrm>
            <a:off x="7182230" y="234981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0" name="矩形 439">
            <a:extLst>
              <a:ext uri="{FF2B5EF4-FFF2-40B4-BE49-F238E27FC236}">
                <a16:creationId xmlns:a16="http://schemas.microsoft.com/office/drawing/2014/main" id="{EFE3996A-D607-FA7F-39A6-6BFC44C459C4}"/>
              </a:ext>
            </a:extLst>
          </p:cNvPr>
          <p:cNvSpPr/>
          <p:nvPr/>
        </p:nvSpPr>
        <p:spPr>
          <a:xfrm>
            <a:off x="7362230" y="234972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1" name="矩形 440">
            <a:extLst>
              <a:ext uri="{FF2B5EF4-FFF2-40B4-BE49-F238E27FC236}">
                <a16:creationId xmlns:a16="http://schemas.microsoft.com/office/drawing/2014/main" id="{AE4A0348-4ACD-DC0E-8031-F12AEEA965B2}"/>
              </a:ext>
            </a:extLst>
          </p:cNvPr>
          <p:cNvSpPr/>
          <p:nvPr/>
        </p:nvSpPr>
        <p:spPr>
          <a:xfrm>
            <a:off x="7002230" y="252972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2" name="矩形 441">
            <a:extLst>
              <a:ext uri="{FF2B5EF4-FFF2-40B4-BE49-F238E27FC236}">
                <a16:creationId xmlns:a16="http://schemas.microsoft.com/office/drawing/2014/main" id="{3DE6129C-B7EC-7212-B76E-EFB1AE8EDEEA}"/>
              </a:ext>
            </a:extLst>
          </p:cNvPr>
          <p:cNvSpPr/>
          <p:nvPr/>
        </p:nvSpPr>
        <p:spPr>
          <a:xfrm>
            <a:off x="7362230" y="252972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3" name="矩形 442">
            <a:extLst>
              <a:ext uri="{FF2B5EF4-FFF2-40B4-BE49-F238E27FC236}">
                <a16:creationId xmlns:a16="http://schemas.microsoft.com/office/drawing/2014/main" id="{4AAE9C37-E0F6-1BE2-7212-7A3BFC3D8AB0}"/>
              </a:ext>
            </a:extLst>
          </p:cNvPr>
          <p:cNvSpPr/>
          <p:nvPr/>
        </p:nvSpPr>
        <p:spPr>
          <a:xfrm>
            <a:off x="7002230" y="270963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4" name="矩形 443">
            <a:extLst>
              <a:ext uri="{FF2B5EF4-FFF2-40B4-BE49-F238E27FC236}">
                <a16:creationId xmlns:a16="http://schemas.microsoft.com/office/drawing/2014/main" id="{320F3BA0-0D1C-9D39-0EBA-3D210B3C0137}"/>
              </a:ext>
            </a:extLst>
          </p:cNvPr>
          <p:cNvSpPr/>
          <p:nvPr/>
        </p:nvSpPr>
        <p:spPr>
          <a:xfrm>
            <a:off x="7182230" y="270972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5" name="矩形 444">
            <a:extLst>
              <a:ext uri="{FF2B5EF4-FFF2-40B4-BE49-F238E27FC236}">
                <a16:creationId xmlns:a16="http://schemas.microsoft.com/office/drawing/2014/main" id="{9EC5085C-EF55-DCD8-8FC9-1B93275375EA}"/>
              </a:ext>
            </a:extLst>
          </p:cNvPr>
          <p:cNvSpPr/>
          <p:nvPr/>
        </p:nvSpPr>
        <p:spPr>
          <a:xfrm>
            <a:off x="7362230" y="270963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6" name="矩形 445">
            <a:extLst>
              <a:ext uri="{FF2B5EF4-FFF2-40B4-BE49-F238E27FC236}">
                <a16:creationId xmlns:a16="http://schemas.microsoft.com/office/drawing/2014/main" id="{2FCC5FF7-DDB8-40C7-76E5-49E60419B748}"/>
              </a:ext>
            </a:extLst>
          </p:cNvPr>
          <p:cNvSpPr/>
          <p:nvPr/>
        </p:nvSpPr>
        <p:spPr>
          <a:xfrm>
            <a:off x="7002230" y="288963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7" name="矩形 446">
            <a:extLst>
              <a:ext uri="{FF2B5EF4-FFF2-40B4-BE49-F238E27FC236}">
                <a16:creationId xmlns:a16="http://schemas.microsoft.com/office/drawing/2014/main" id="{BEA8AD72-7559-B98B-C759-CB7D5234CA97}"/>
              </a:ext>
            </a:extLst>
          </p:cNvPr>
          <p:cNvSpPr/>
          <p:nvPr/>
        </p:nvSpPr>
        <p:spPr>
          <a:xfrm>
            <a:off x="7362230" y="288963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8" name="矩形 447">
            <a:extLst>
              <a:ext uri="{FF2B5EF4-FFF2-40B4-BE49-F238E27FC236}">
                <a16:creationId xmlns:a16="http://schemas.microsoft.com/office/drawing/2014/main" id="{75B82439-DE19-0114-BC2F-8B4B031E12F3}"/>
              </a:ext>
            </a:extLst>
          </p:cNvPr>
          <p:cNvSpPr/>
          <p:nvPr/>
        </p:nvSpPr>
        <p:spPr>
          <a:xfrm>
            <a:off x="7002230" y="306945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9" name="矩形 448">
            <a:extLst>
              <a:ext uri="{FF2B5EF4-FFF2-40B4-BE49-F238E27FC236}">
                <a16:creationId xmlns:a16="http://schemas.microsoft.com/office/drawing/2014/main" id="{1A5F7AFB-4608-A53A-4F91-EF621B910060}"/>
              </a:ext>
            </a:extLst>
          </p:cNvPr>
          <p:cNvSpPr/>
          <p:nvPr/>
        </p:nvSpPr>
        <p:spPr>
          <a:xfrm>
            <a:off x="7362230" y="306945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2" name="矩形 461">
            <a:extLst>
              <a:ext uri="{FF2B5EF4-FFF2-40B4-BE49-F238E27FC236}">
                <a16:creationId xmlns:a16="http://schemas.microsoft.com/office/drawing/2014/main" id="{17DE8B56-9CB3-E19D-A1DA-50B237A44FE2}"/>
              </a:ext>
            </a:extLst>
          </p:cNvPr>
          <p:cNvSpPr/>
          <p:nvPr/>
        </p:nvSpPr>
        <p:spPr>
          <a:xfrm>
            <a:off x="8272457" y="2169000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3" name="矩形 462">
            <a:extLst>
              <a:ext uri="{FF2B5EF4-FFF2-40B4-BE49-F238E27FC236}">
                <a16:creationId xmlns:a16="http://schemas.microsoft.com/office/drawing/2014/main" id="{E0222DE8-9231-5C7A-E5A8-531F528C4EC4}"/>
              </a:ext>
            </a:extLst>
          </p:cNvPr>
          <p:cNvSpPr/>
          <p:nvPr/>
        </p:nvSpPr>
        <p:spPr>
          <a:xfrm>
            <a:off x="8454929" y="234891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4" name="矩形 463">
            <a:extLst>
              <a:ext uri="{FF2B5EF4-FFF2-40B4-BE49-F238E27FC236}">
                <a16:creationId xmlns:a16="http://schemas.microsoft.com/office/drawing/2014/main" id="{02528AF0-0F07-703C-AF71-4ED9A733E737}"/>
              </a:ext>
            </a:extLst>
          </p:cNvPr>
          <p:cNvSpPr/>
          <p:nvPr/>
        </p:nvSpPr>
        <p:spPr>
          <a:xfrm>
            <a:off x="8814929" y="234891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5" name="矩形 464">
            <a:extLst>
              <a:ext uri="{FF2B5EF4-FFF2-40B4-BE49-F238E27FC236}">
                <a16:creationId xmlns:a16="http://schemas.microsoft.com/office/drawing/2014/main" id="{5E40B013-A5D2-642D-0FD4-1C0ED0B04484}"/>
              </a:ext>
            </a:extLst>
          </p:cNvPr>
          <p:cNvSpPr/>
          <p:nvPr/>
        </p:nvSpPr>
        <p:spPr>
          <a:xfrm>
            <a:off x="8454929" y="252891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6" name="矩形 465">
            <a:extLst>
              <a:ext uri="{FF2B5EF4-FFF2-40B4-BE49-F238E27FC236}">
                <a16:creationId xmlns:a16="http://schemas.microsoft.com/office/drawing/2014/main" id="{5BBCF9AE-22A9-F472-C333-46985979E157}"/>
              </a:ext>
            </a:extLst>
          </p:cNvPr>
          <p:cNvSpPr/>
          <p:nvPr/>
        </p:nvSpPr>
        <p:spPr>
          <a:xfrm>
            <a:off x="8814929" y="252891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7" name="矩形 466">
            <a:extLst>
              <a:ext uri="{FF2B5EF4-FFF2-40B4-BE49-F238E27FC236}">
                <a16:creationId xmlns:a16="http://schemas.microsoft.com/office/drawing/2014/main" id="{E4FCC412-FADA-428D-E6AC-E71961310B58}"/>
              </a:ext>
            </a:extLst>
          </p:cNvPr>
          <p:cNvSpPr/>
          <p:nvPr/>
        </p:nvSpPr>
        <p:spPr>
          <a:xfrm>
            <a:off x="8454929" y="270882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8" name="矩形 467">
            <a:extLst>
              <a:ext uri="{FF2B5EF4-FFF2-40B4-BE49-F238E27FC236}">
                <a16:creationId xmlns:a16="http://schemas.microsoft.com/office/drawing/2014/main" id="{38C971E3-E2A6-3142-7135-1D3535404CD0}"/>
              </a:ext>
            </a:extLst>
          </p:cNvPr>
          <p:cNvSpPr/>
          <p:nvPr/>
        </p:nvSpPr>
        <p:spPr>
          <a:xfrm>
            <a:off x="8634929" y="270891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9" name="矩形 468">
            <a:extLst>
              <a:ext uri="{FF2B5EF4-FFF2-40B4-BE49-F238E27FC236}">
                <a16:creationId xmlns:a16="http://schemas.microsoft.com/office/drawing/2014/main" id="{766CDA3A-D560-91E7-EBE6-5138054F0C18}"/>
              </a:ext>
            </a:extLst>
          </p:cNvPr>
          <p:cNvSpPr/>
          <p:nvPr/>
        </p:nvSpPr>
        <p:spPr>
          <a:xfrm>
            <a:off x="8814929" y="270882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0" name="矩形 469">
            <a:extLst>
              <a:ext uri="{FF2B5EF4-FFF2-40B4-BE49-F238E27FC236}">
                <a16:creationId xmlns:a16="http://schemas.microsoft.com/office/drawing/2014/main" id="{4A81A3FC-D434-1C40-6000-5CF9A94770B3}"/>
              </a:ext>
            </a:extLst>
          </p:cNvPr>
          <p:cNvSpPr/>
          <p:nvPr/>
        </p:nvSpPr>
        <p:spPr>
          <a:xfrm>
            <a:off x="8454929" y="2888685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1" name="矩形 470">
            <a:extLst>
              <a:ext uri="{FF2B5EF4-FFF2-40B4-BE49-F238E27FC236}">
                <a16:creationId xmlns:a16="http://schemas.microsoft.com/office/drawing/2014/main" id="{9945A8FC-FEA4-B264-BDE8-EFC3DDABFCA1}"/>
              </a:ext>
            </a:extLst>
          </p:cNvPr>
          <p:cNvSpPr/>
          <p:nvPr/>
        </p:nvSpPr>
        <p:spPr>
          <a:xfrm>
            <a:off x="8814929" y="288882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2" name="矩形 471">
            <a:extLst>
              <a:ext uri="{FF2B5EF4-FFF2-40B4-BE49-F238E27FC236}">
                <a16:creationId xmlns:a16="http://schemas.microsoft.com/office/drawing/2014/main" id="{6D69559D-E80F-E5CE-73B7-F489F49A1AAF}"/>
              </a:ext>
            </a:extLst>
          </p:cNvPr>
          <p:cNvSpPr/>
          <p:nvPr/>
        </p:nvSpPr>
        <p:spPr>
          <a:xfrm>
            <a:off x="8454929" y="306864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3" name="矩形 472">
            <a:extLst>
              <a:ext uri="{FF2B5EF4-FFF2-40B4-BE49-F238E27FC236}">
                <a16:creationId xmlns:a16="http://schemas.microsoft.com/office/drawing/2014/main" id="{6FF4C392-286D-6B5A-59E4-36EBC63D6210}"/>
              </a:ext>
            </a:extLst>
          </p:cNvPr>
          <p:cNvSpPr/>
          <p:nvPr/>
        </p:nvSpPr>
        <p:spPr>
          <a:xfrm>
            <a:off x="8814929" y="306864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4" name="矩形 473">
            <a:extLst>
              <a:ext uri="{FF2B5EF4-FFF2-40B4-BE49-F238E27FC236}">
                <a16:creationId xmlns:a16="http://schemas.microsoft.com/office/drawing/2014/main" id="{CD639FCD-2652-D2DD-E520-6414051036C0}"/>
              </a:ext>
            </a:extLst>
          </p:cNvPr>
          <p:cNvSpPr/>
          <p:nvPr/>
        </p:nvSpPr>
        <p:spPr>
          <a:xfrm>
            <a:off x="7554545" y="2169000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5" name="矩形 474">
            <a:extLst>
              <a:ext uri="{FF2B5EF4-FFF2-40B4-BE49-F238E27FC236}">
                <a16:creationId xmlns:a16="http://schemas.microsoft.com/office/drawing/2014/main" id="{83386B20-73D6-1A92-9A74-D91C2E4600D9}"/>
              </a:ext>
            </a:extLst>
          </p:cNvPr>
          <p:cNvSpPr/>
          <p:nvPr/>
        </p:nvSpPr>
        <p:spPr>
          <a:xfrm>
            <a:off x="7914545" y="234909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6" name="矩形 475">
            <a:extLst>
              <a:ext uri="{FF2B5EF4-FFF2-40B4-BE49-F238E27FC236}">
                <a16:creationId xmlns:a16="http://schemas.microsoft.com/office/drawing/2014/main" id="{B45E4F20-2C2D-1BF0-FDB7-28613B8E6584}"/>
              </a:ext>
            </a:extLst>
          </p:cNvPr>
          <p:cNvSpPr/>
          <p:nvPr/>
        </p:nvSpPr>
        <p:spPr>
          <a:xfrm>
            <a:off x="8094545" y="234900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7" name="矩形 476">
            <a:extLst>
              <a:ext uri="{FF2B5EF4-FFF2-40B4-BE49-F238E27FC236}">
                <a16:creationId xmlns:a16="http://schemas.microsoft.com/office/drawing/2014/main" id="{C19417B6-10FF-65E1-6B08-2AEF84F38A14}"/>
              </a:ext>
            </a:extLst>
          </p:cNvPr>
          <p:cNvSpPr/>
          <p:nvPr/>
        </p:nvSpPr>
        <p:spPr>
          <a:xfrm>
            <a:off x="7734545" y="252900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8" name="矩形 477">
            <a:extLst>
              <a:ext uri="{FF2B5EF4-FFF2-40B4-BE49-F238E27FC236}">
                <a16:creationId xmlns:a16="http://schemas.microsoft.com/office/drawing/2014/main" id="{D63C6724-2315-4F4D-C9EB-CBE19B787683}"/>
              </a:ext>
            </a:extLst>
          </p:cNvPr>
          <p:cNvSpPr/>
          <p:nvPr/>
        </p:nvSpPr>
        <p:spPr>
          <a:xfrm>
            <a:off x="7734545" y="270891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9" name="矩形 478">
            <a:extLst>
              <a:ext uri="{FF2B5EF4-FFF2-40B4-BE49-F238E27FC236}">
                <a16:creationId xmlns:a16="http://schemas.microsoft.com/office/drawing/2014/main" id="{B9681DE8-7BEE-9B93-612B-7D5119DC3D78}"/>
              </a:ext>
            </a:extLst>
          </p:cNvPr>
          <p:cNvSpPr/>
          <p:nvPr/>
        </p:nvSpPr>
        <p:spPr>
          <a:xfrm>
            <a:off x="7914545" y="270900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0" name="矩形 479">
            <a:extLst>
              <a:ext uri="{FF2B5EF4-FFF2-40B4-BE49-F238E27FC236}">
                <a16:creationId xmlns:a16="http://schemas.microsoft.com/office/drawing/2014/main" id="{7660BCC9-674A-C809-84E2-F87BE8AE9D99}"/>
              </a:ext>
            </a:extLst>
          </p:cNvPr>
          <p:cNvSpPr/>
          <p:nvPr/>
        </p:nvSpPr>
        <p:spPr>
          <a:xfrm>
            <a:off x="8094545" y="270891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1" name="矩形 480">
            <a:extLst>
              <a:ext uri="{FF2B5EF4-FFF2-40B4-BE49-F238E27FC236}">
                <a16:creationId xmlns:a16="http://schemas.microsoft.com/office/drawing/2014/main" id="{EC72FCAE-4DD6-C5AD-FD54-AB1A00FF1323}"/>
              </a:ext>
            </a:extLst>
          </p:cNvPr>
          <p:cNvSpPr/>
          <p:nvPr/>
        </p:nvSpPr>
        <p:spPr>
          <a:xfrm>
            <a:off x="8094545" y="288891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2" name="矩形 481">
            <a:extLst>
              <a:ext uri="{FF2B5EF4-FFF2-40B4-BE49-F238E27FC236}">
                <a16:creationId xmlns:a16="http://schemas.microsoft.com/office/drawing/2014/main" id="{B19A6D47-7321-092B-A3B1-746C2ABC4C67}"/>
              </a:ext>
            </a:extLst>
          </p:cNvPr>
          <p:cNvSpPr/>
          <p:nvPr/>
        </p:nvSpPr>
        <p:spPr>
          <a:xfrm>
            <a:off x="7734545" y="306873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3" name="矩形 482">
            <a:extLst>
              <a:ext uri="{FF2B5EF4-FFF2-40B4-BE49-F238E27FC236}">
                <a16:creationId xmlns:a16="http://schemas.microsoft.com/office/drawing/2014/main" id="{CC89E6C0-F6C4-6E0B-97D7-51D609C1BBF2}"/>
              </a:ext>
            </a:extLst>
          </p:cNvPr>
          <p:cNvSpPr/>
          <p:nvPr/>
        </p:nvSpPr>
        <p:spPr>
          <a:xfrm>
            <a:off x="7914545" y="306882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4" name="矩形 483">
            <a:extLst>
              <a:ext uri="{FF2B5EF4-FFF2-40B4-BE49-F238E27FC236}">
                <a16:creationId xmlns:a16="http://schemas.microsoft.com/office/drawing/2014/main" id="{4694034F-B688-2A6D-F632-91CD210F20E3}"/>
              </a:ext>
            </a:extLst>
          </p:cNvPr>
          <p:cNvSpPr/>
          <p:nvPr/>
        </p:nvSpPr>
        <p:spPr>
          <a:xfrm>
            <a:off x="8094545" y="306873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5" name="矩形 484">
            <a:extLst>
              <a:ext uri="{FF2B5EF4-FFF2-40B4-BE49-F238E27FC236}">
                <a16:creationId xmlns:a16="http://schemas.microsoft.com/office/drawing/2014/main" id="{102D1FE6-3728-138F-E76A-E601A6B07F2A}"/>
              </a:ext>
            </a:extLst>
          </p:cNvPr>
          <p:cNvSpPr/>
          <p:nvPr/>
        </p:nvSpPr>
        <p:spPr>
          <a:xfrm>
            <a:off x="7733925" y="2349090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ED96274-9CF0-72B7-00BB-CC218FB65677}"/>
              </a:ext>
            </a:extLst>
          </p:cNvPr>
          <p:cNvSpPr/>
          <p:nvPr/>
        </p:nvSpPr>
        <p:spPr>
          <a:xfrm>
            <a:off x="6096000" y="3608707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B24AA49-2B22-F514-6089-496BFAED1F57}"/>
              </a:ext>
            </a:extLst>
          </p:cNvPr>
          <p:cNvSpPr/>
          <p:nvPr/>
        </p:nvSpPr>
        <p:spPr>
          <a:xfrm>
            <a:off x="6276000" y="3788977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3FCA031-A61C-077C-859F-6F6B54918586}"/>
              </a:ext>
            </a:extLst>
          </p:cNvPr>
          <p:cNvSpPr/>
          <p:nvPr/>
        </p:nvSpPr>
        <p:spPr>
          <a:xfrm>
            <a:off x="6456000" y="3789067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EF76430-EA86-8DD4-018B-7899D4503099}"/>
              </a:ext>
            </a:extLst>
          </p:cNvPr>
          <p:cNvSpPr/>
          <p:nvPr/>
        </p:nvSpPr>
        <p:spPr>
          <a:xfrm>
            <a:off x="6636000" y="3788977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E468F73-4E48-B2A0-CECB-A60156A43607}"/>
              </a:ext>
            </a:extLst>
          </p:cNvPr>
          <p:cNvSpPr/>
          <p:nvPr/>
        </p:nvSpPr>
        <p:spPr>
          <a:xfrm>
            <a:off x="6636000" y="3968977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091BE2C-826B-523B-F36A-EA6EC796D753}"/>
              </a:ext>
            </a:extLst>
          </p:cNvPr>
          <p:cNvSpPr/>
          <p:nvPr/>
        </p:nvSpPr>
        <p:spPr>
          <a:xfrm>
            <a:off x="6636000" y="4148887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F9018F7-E743-E78E-0C42-BFD83C6BBA0F}"/>
              </a:ext>
            </a:extLst>
          </p:cNvPr>
          <p:cNvSpPr/>
          <p:nvPr/>
        </p:nvSpPr>
        <p:spPr>
          <a:xfrm>
            <a:off x="6276000" y="432875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A5CDB6E-67F6-6C37-B422-12C89FFDAD2F}"/>
              </a:ext>
            </a:extLst>
          </p:cNvPr>
          <p:cNvSpPr/>
          <p:nvPr/>
        </p:nvSpPr>
        <p:spPr>
          <a:xfrm>
            <a:off x="6636000" y="4328887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45B48BDB-F1DA-7668-4507-FECEF6EB225B}"/>
              </a:ext>
            </a:extLst>
          </p:cNvPr>
          <p:cNvSpPr/>
          <p:nvPr/>
        </p:nvSpPr>
        <p:spPr>
          <a:xfrm>
            <a:off x="6276000" y="4508707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849651B7-7BFD-5AC1-0BEA-8E56BFC336C7}"/>
              </a:ext>
            </a:extLst>
          </p:cNvPr>
          <p:cNvSpPr/>
          <p:nvPr/>
        </p:nvSpPr>
        <p:spPr>
          <a:xfrm>
            <a:off x="6456000" y="4508797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A8C1B8C1-1D8A-4A66-5E18-56DFE778C12C}"/>
              </a:ext>
            </a:extLst>
          </p:cNvPr>
          <p:cNvSpPr/>
          <p:nvPr/>
        </p:nvSpPr>
        <p:spPr>
          <a:xfrm>
            <a:off x="6636000" y="4508707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6DD06BCF-8F2C-513A-4A38-2DBB145CE43E}"/>
              </a:ext>
            </a:extLst>
          </p:cNvPr>
          <p:cNvSpPr/>
          <p:nvPr/>
        </p:nvSpPr>
        <p:spPr>
          <a:xfrm>
            <a:off x="6820435" y="3608707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A29779F-66EF-D361-CF8C-2805D4C50FFC}"/>
              </a:ext>
            </a:extLst>
          </p:cNvPr>
          <p:cNvSpPr/>
          <p:nvPr/>
        </p:nvSpPr>
        <p:spPr>
          <a:xfrm>
            <a:off x="6999200" y="3789067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FFFB62BA-7A0F-0F0C-4E34-0A325FD23A93}"/>
              </a:ext>
            </a:extLst>
          </p:cNvPr>
          <p:cNvSpPr/>
          <p:nvPr/>
        </p:nvSpPr>
        <p:spPr>
          <a:xfrm>
            <a:off x="7359200" y="3789067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35CBD4C9-1BF9-DD37-283F-73BB6AB487BB}"/>
              </a:ext>
            </a:extLst>
          </p:cNvPr>
          <p:cNvSpPr/>
          <p:nvPr/>
        </p:nvSpPr>
        <p:spPr>
          <a:xfrm>
            <a:off x="6999200" y="3969067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5AE4EF55-E46F-FA19-F4BC-A82E00C4BC5C}"/>
              </a:ext>
            </a:extLst>
          </p:cNvPr>
          <p:cNvSpPr/>
          <p:nvPr/>
        </p:nvSpPr>
        <p:spPr>
          <a:xfrm>
            <a:off x="7359200" y="3969067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D91FADD0-A1E1-08D3-05C5-8ABDAF68E7E9}"/>
              </a:ext>
            </a:extLst>
          </p:cNvPr>
          <p:cNvSpPr/>
          <p:nvPr/>
        </p:nvSpPr>
        <p:spPr>
          <a:xfrm>
            <a:off x="6999200" y="4148977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2A468234-A897-5D39-9C58-55C7D93952C2}"/>
              </a:ext>
            </a:extLst>
          </p:cNvPr>
          <p:cNvSpPr/>
          <p:nvPr/>
        </p:nvSpPr>
        <p:spPr>
          <a:xfrm>
            <a:off x="7359200" y="4148977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7359F252-B4AB-3AD5-F91C-320B98B87C36}"/>
              </a:ext>
            </a:extLst>
          </p:cNvPr>
          <p:cNvSpPr/>
          <p:nvPr/>
        </p:nvSpPr>
        <p:spPr>
          <a:xfrm>
            <a:off x="6999200" y="4328977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D47A0F48-E128-F32D-FFDA-64E98278384E}"/>
              </a:ext>
            </a:extLst>
          </p:cNvPr>
          <p:cNvSpPr/>
          <p:nvPr/>
        </p:nvSpPr>
        <p:spPr>
          <a:xfrm>
            <a:off x="7359200" y="4328977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AA3BF10F-AA82-A863-C98F-EC6328D56F22}"/>
              </a:ext>
            </a:extLst>
          </p:cNvPr>
          <p:cNvSpPr/>
          <p:nvPr/>
        </p:nvSpPr>
        <p:spPr>
          <a:xfrm>
            <a:off x="6999200" y="4508797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AB5E233B-E929-7BD0-3091-2186F512AB6C}"/>
              </a:ext>
            </a:extLst>
          </p:cNvPr>
          <p:cNvSpPr/>
          <p:nvPr/>
        </p:nvSpPr>
        <p:spPr>
          <a:xfrm>
            <a:off x="7179200" y="4508887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C3DFFA93-1176-60C4-08D4-5E052BFA3BA8}"/>
              </a:ext>
            </a:extLst>
          </p:cNvPr>
          <p:cNvSpPr/>
          <p:nvPr/>
        </p:nvSpPr>
        <p:spPr>
          <a:xfrm>
            <a:off x="7359200" y="4508797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E8F1CED0-3060-6AD9-DD1F-4D988C65CC07}"/>
              </a:ext>
            </a:extLst>
          </p:cNvPr>
          <p:cNvSpPr/>
          <p:nvPr/>
        </p:nvSpPr>
        <p:spPr>
          <a:xfrm>
            <a:off x="7541017" y="3608707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75AE186E-44C4-7CB3-730A-6D2589E78329}"/>
              </a:ext>
            </a:extLst>
          </p:cNvPr>
          <p:cNvSpPr/>
          <p:nvPr/>
        </p:nvSpPr>
        <p:spPr>
          <a:xfrm>
            <a:off x="7721017" y="3789427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6452017E-DD03-8934-CA57-6E15CD95C689}"/>
              </a:ext>
            </a:extLst>
          </p:cNvPr>
          <p:cNvSpPr/>
          <p:nvPr/>
        </p:nvSpPr>
        <p:spPr>
          <a:xfrm>
            <a:off x="7901017" y="3789517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7532D8AA-3EF0-F0C4-7E49-4DF525F7A392}"/>
              </a:ext>
            </a:extLst>
          </p:cNvPr>
          <p:cNvSpPr/>
          <p:nvPr/>
        </p:nvSpPr>
        <p:spPr>
          <a:xfrm>
            <a:off x="8081017" y="3789427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0" name="矩形 449">
            <a:extLst>
              <a:ext uri="{FF2B5EF4-FFF2-40B4-BE49-F238E27FC236}">
                <a16:creationId xmlns:a16="http://schemas.microsoft.com/office/drawing/2014/main" id="{BA547C3E-A59A-D364-45AB-3253E6449552}"/>
              </a:ext>
            </a:extLst>
          </p:cNvPr>
          <p:cNvSpPr/>
          <p:nvPr/>
        </p:nvSpPr>
        <p:spPr>
          <a:xfrm>
            <a:off x="7721017" y="3969427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1" name="矩形 450">
            <a:extLst>
              <a:ext uri="{FF2B5EF4-FFF2-40B4-BE49-F238E27FC236}">
                <a16:creationId xmlns:a16="http://schemas.microsoft.com/office/drawing/2014/main" id="{DEF614F9-6C34-8912-C90B-3DA16765513C}"/>
              </a:ext>
            </a:extLst>
          </p:cNvPr>
          <p:cNvSpPr/>
          <p:nvPr/>
        </p:nvSpPr>
        <p:spPr>
          <a:xfrm>
            <a:off x="7901017" y="3969517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2" name="矩形 451">
            <a:extLst>
              <a:ext uri="{FF2B5EF4-FFF2-40B4-BE49-F238E27FC236}">
                <a16:creationId xmlns:a16="http://schemas.microsoft.com/office/drawing/2014/main" id="{F88574A0-6376-49D7-3916-61191D13EC23}"/>
              </a:ext>
            </a:extLst>
          </p:cNvPr>
          <p:cNvSpPr/>
          <p:nvPr/>
        </p:nvSpPr>
        <p:spPr>
          <a:xfrm>
            <a:off x="8081017" y="3969427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3" name="矩形 452">
            <a:extLst>
              <a:ext uri="{FF2B5EF4-FFF2-40B4-BE49-F238E27FC236}">
                <a16:creationId xmlns:a16="http://schemas.microsoft.com/office/drawing/2014/main" id="{76604654-F185-3CDF-F923-9A772515515A}"/>
              </a:ext>
            </a:extLst>
          </p:cNvPr>
          <p:cNvSpPr/>
          <p:nvPr/>
        </p:nvSpPr>
        <p:spPr>
          <a:xfrm>
            <a:off x="7721017" y="4149337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4" name="矩形 453">
            <a:extLst>
              <a:ext uri="{FF2B5EF4-FFF2-40B4-BE49-F238E27FC236}">
                <a16:creationId xmlns:a16="http://schemas.microsoft.com/office/drawing/2014/main" id="{7ED4AC30-DAC8-F25E-A9A8-A7B00B342C54}"/>
              </a:ext>
            </a:extLst>
          </p:cNvPr>
          <p:cNvSpPr/>
          <p:nvPr/>
        </p:nvSpPr>
        <p:spPr>
          <a:xfrm>
            <a:off x="8081017" y="4149337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5" name="矩形 454">
            <a:extLst>
              <a:ext uri="{FF2B5EF4-FFF2-40B4-BE49-F238E27FC236}">
                <a16:creationId xmlns:a16="http://schemas.microsoft.com/office/drawing/2014/main" id="{BDA38B82-7115-6416-D5D7-2964FD90E543}"/>
              </a:ext>
            </a:extLst>
          </p:cNvPr>
          <p:cNvSpPr/>
          <p:nvPr/>
        </p:nvSpPr>
        <p:spPr>
          <a:xfrm>
            <a:off x="7721017" y="4329337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6" name="矩形 455">
            <a:extLst>
              <a:ext uri="{FF2B5EF4-FFF2-40B4-BE49-F238E27FC236}">
                <a16:creationId xmlns:a16="http://schemas.microsoft.com/office/drawing/2014/main" id="{370308C9-FE31-EDF0-4A22-3696610E5434}"/>
              </a:ext>
            </a:extLst>
          </p:cNvPr>
          <p:cNvSpPr/>
          <p:nvPr/>
        </p:nvSpPr>
        <p:spPr>
          <a:xfrm>
            <a:off x="8081017" y="4329337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7" name="矩形 456">
            <a:extLst>
              <a:ext uri="{FF2B5EF4-FFF2-40B4-BE49-F238E27FC236}">
                <a16:creationId xmlns:a16="http://schemas.microsoft.com/office/drawing/2014/main" id="{BE0CCFCF-46CE-726A-41AD-C211FFF038A9}"/>
              </a:ext>
            </a:extLst>
          </p:cNvPr>
          <p:cNvSpPr/>
          <p:nvPr/>
        </p:nvSpPr>
        <p:spPr>
          <a:xfrm>
            <a:off x="7721017" y="4509157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8" name="矩形 457">
            <a:extLst>
              <a:ext uri="{FF2B5EF4-FFF2-40B4-BE49-F238E27FC236}">
                <a16:creationId xmlns:a16="http://schemas.microsoft.com/office/drawing/2014/main" id="{E2EE7AAF-C02E-B7CA-594E-CAF955F68F33}"/>
              </a:ext>
            </a:extLst>
          </p:cNvPr>
          <p:cNvSpPr/>
          <p:nvPr/>
        </p:nvSpPr>
        <p:spPr>
          <a:xfrm>
            <a:off x="8081017" y="4509157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9" name="矩形 458">
            <a:extLst>
              <a:ext uri="{FF2B5EF4-FFF2-40B4-BE49-F238E27FC236}">
                <a16:creationId xmlns:a16="http://schemas.microsoft.com/office/drawing/2014/main" id="{58F75094-E30E-3705-5D5F-2D78C00ADC71}"/>
              </a:ext>
            </a:extLst>
          </p:cNvPr>
          <p:cNvSpPr/>
          <p:nvPr/>
        </p:nvSpPr>
        <p:spPr>
          <a:xfrm>
            <a:off x="8270720" y="3608707"/>
            <a:ext cx="900000" cy="12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0" name="矩形 459">
            <a:extLst>
              <a:ext uri="{FF2B5EF4-FFF2-40B4-BE49-F238E27FC236}">
                <a16:creationId xmlns:a16="http://schemas.microsoft.com/office/drawing/2014/main" id="{432D0A77-3CBD-3EBC-93F4-734F0D133CE0}"/>
              </a:ext>
            </a:extLst>
          </p:cNvPr>
          <p:cNvSpPr/>
          <p:nvPr/>
        </p:nvSpPr>
        <p:spPr>
          <a:xfrm>
            <a:off x="8450720" y="3789157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1" name="矩形 460">
            <a:extLst>
              <a:ext uri="{FF2B5EF4-FFF2-40B4-BE49-F238E27FC236}">
                <a16:creationId xmlns:a16="http://schemas.microsoft.com/office/drawing/2014/main" id="{2B13ADB0-88B2-86FE-BD28-A33DD7AE6C29}"/>
              </a:ext>
            </a:extLst>
          </p:cNvPr>
          <p:cNvSpPr/>
          <p:nvPr/>
        </p:nvSpPr>
        <p:spPr>
          <a:xfrm>
            <a:off x="8630720" y="3789247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6" name="矩形 485">
            <a:extLst>
              <a:ext uri="{FF2B5EF4-FFF2-40B4-BE49-F238E27FC236}">
                <a16:creationId xmlns:a16="http://schemas.microsoft.com/office/drawing/2014/main" id="{8E0D5C59-9E98-BECD-5519-2BF39B2204E9}"/>
              </a:ext>
            </a:extLst>
          </p:cNvPr>
          <p:cNvSpPr/>
          <p:nvPr/>
        </p:nvSpPr>
        <p:spPr>
          <a:xfrm>
            <a:off x="8810720" y="3789157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7" name="矩形 486">
            <a:extLst>
              <a:ext uri="{FF2B5EF4-FFF2-40B4-BE49-F238E27FC236}">
                <a16:creationId xmlns:a16="http://schemas.microsoft.com/office/drawing/2014/main" id="{1FA2D67F-E755-FDC2-BCEA-7A9086D072D4}"/>
              </a:ext>
            </a:extLst>
          </p:cNvPr>
          <p:cNvSpPr/>
          <p:nvPr/>
        </p:nvSpPr>
        <p:spPr>
          <a:xfrm>
            <a:off x="8450720" y="3969157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8" name="矩形 487">
            <a:extLst>
              <a:ext uri="{FF2B5EF4-FFF2-40B4-BE49-F238E27FC236}">
                <a16:creationId xmlns:a16="http://schemas.microsoft.com/office/drawing/2014/main" id="{47A82BC8-BD3F-B67B-B3D7-ADAE2CBD02FB}"/>
              </a:ext>
            </a:extLst>
          </p:cNvPr>
          <p:cNvSpPr/>
          <p:nvPr/>
        </p:nvSpPr>
        <p:spPr>
          <a:xfrm>
            <a:off x="8810720" y="3969157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9" name="矩形 488">
            <a:extLst>
              <a:ext uri="{FF2B5EF4-FFF2-40B4-BE49-F238E27FC236}">
                <a16:creationId xmlns:a16="http://schemas.microsoft.com/office/drawing/2014/main" id="{12388342-0E6D-E0E6-DEC3-07DA4958070D}"/>
              </a:ext>
            </a:extLst>
          </p:cNvPr>
          <p:cNvSpPr/>
          <p:nvPr/>
        </p:nvSpPr>
        <p:spPr>
          <a:xfrm>
            <a:off x="8450720" y="4149067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0" name="矩形 489">
            <a:extLst>
              <a:ext uri="{FF2B5EF4-FFF2-40B4-BE49-F238E27FC236}">
                <a16:creationId xmlns:a16="http://schemas.microsoft.com/office/drawing/2014/main" id="{C9EF7281-F150-1D12-AA39-22DDB7DB3026}"/>
              </a:ext>
            </a:extLst>
          </p:cNvPr>
          <p:cNvSpPr/>
          <p:nvPr/>
        </p:nvSpPr>
        <p:spPr>
          <a:xfrm>
            <a:off x="8630720" y="4149157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1" name="矩形 490">
            <a:extLst>
              <a:ext uri="{FF2B5EF4-FFF2-40B4-BE49-F238E27FC236}">
                <a16:creationId xmlns:a16="http://schemas.microsoft.com/office/drawing/2014/main" id="{3847395C-E0B6-E35E-77B6-95530D818FF9}"/>
              </a:ext>
            </a:extLst>
          </p:cNvPr>
          <p:cNvSpPr/>
          <p:nvPr/>
        </p:nvSpPr>
        <p:spPr>
          <a:xfrm>
            <a:off x="8810720" y="4149067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2" name="矩形 491">
            <a:extLst>
              <a:ext uri="{FF2B5EF4-FFF2-40B4-BE49-F238E27FC236}">
                <a16:creationId xmlns:a16="http://schemas.microsoft.com/office/drawing/2014/main" id="{4AB6E358-B554-A284-8227-5CA9707030FF}"/>
              </a:ext>
            </a:extLst>
          </p:cNvPr>
          <p:cNvSpPr/>
          <p:nvPr/>
        </p:nvSpPr>
        <p:spPr>
          <a:xfrm>
            <a:off x="8450720" y="4328932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3" name="矩形 492">
            <a:extLst>
              <a:ext uri="{FF2B5EF4-FFF2-40B4-BE49-F238E27FC236}">
                <a16:creationId xmlns:a16="http://schemas.microsoft.com/office/drawing/2014/main" id="{9FFF3673-08DB-790B-20B9-79384E2BF475}"/>
              </a:ext>
            </a:extLst>
          </p:cNvPr>
          <p:cNvSpPr/>
          <p:nvPr/>
        </p:nvSpPr>
        <p:spPr>
          <a:xfrm>
            <a:off x="8450720" y="4508887"/>
            <a:ext cx="180000" cy="1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241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8073</TotalTime>
  <Words>112</Words>
  <Application>Microsoft Office PowerPoint</Application>
  <PresentationFormat>宽屏</PresentationFormat>
  <Paragraphs>112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5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润宇 古付</dc:creator>
  <cp:lastModifiedBy>润宇 古付</cp:lastModifiedBy>
  <cp:revision>13</cp:revision>
  <dcterms:created xsi:type="dcterms:W3CDTF">2026-02-12T07:11:53Z</dcterms:created>
  <dcterms:modified xsi:type="dcterms:W3CDTF">2026-03-02T16:13:53Z</dcterms:modified>
</cp:coreProperties>
</file>